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886" r:id="rId2"/>
    <p:sldId id="1884" r:id="rId3"/>
    <p:sldId id="1876" r:id="rId4"/>
    <p:sldId id="1885" r:id="rId5"/>
    <p:sldId id="1847" r:id="rId6"/>
    <p:sldId id="1791" r:id="rId7"/>
    <p:sldId id="1891" r:id="rId8"/>
    <p:sldId id="1896" r:id="rId9"/>
    <p:sldId id="1892" r:id="rId10"/>
    <p:sldId id="1897" r:id="rId11"/>
    <p:sldId id="1890" r:id="rId12"/>
    <p:sldId id="1893" r:id="rId13"/>
    <p:sldId id="1894" r:id="rId14"/>
    <p:sldId id="1895" r:id="rId15"/>
    <p:sldId id="1848" r:id="rId16"/>
    <p:sldId id="1817" r:id="rId17"/>
    <p:sldId id="1850" r:id="rId18"/>
    <p:sldId id="1887" r:id="rId19"/>
    <p:sldId id="1845" r:id="rId20"/>
    <p:sldId id="1888" r:id="rId21"/>
    <p:sldId id="1861" r:id="rId22"/>
    <p:sldId id="1889" r:id="rId23"/>
    <p:sldId id="185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κiζs_緈鍢" initials="κ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A7A9"/>
    <a:srgbClr val="F4F1EC"/>
    <a:srgbClr val="A5AFB5"/>
    <a:srgbClr val="BFC5C5"/>
    <a:srgbClr val="586B76"/>
    <a:srgbClr val="4F6675"/>
    <a:srgbClr val="D3C4BD"/>
    <a:srgbClr val="E6DFD9"/>
    <a:srgbClr val="DED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9ECB2-0D1D-43FA-9A8B-166ACBE38B2B}" v="674" dt="2026-06-02T13:38:29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3095" autoAdjust="0"/>
  </p:normalViewPr>
  <p:slideViewPr>
    <p:cSldViewPr>
      <p:cViewPr varScale="1">
        <p:scale>
          <a:sx n="70" d="100"/>
          <a:sy n="70" d="100"/>
        </p:scale>
        <p:origin x="348" y="52"/>
      </p:cViewPr>
      <p:guideLst>
        <p:guide pos="3840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han yang" userId="fde125bdbd3178b7" providerId="LiveId" clId="{4E862FEB-06A2-45DA-AE06-0E6899683E3C}"/>
    <pc:docChg chg="undo redo custSel addSld delSld modSld sldOrd modMainMaster">
      <pc:chgData name="jiahan yang" userId="fde125bdbd3178b7" providerId="LiveId" clId="{4E862FEB-06A2-45DA-AE06-0E6899683E3C}" dt="2026-06-02T13:38:29.484" v="1546"/>
      <pc:docMkLst>
        <pc:docMk/>
      </pc:docMkLst>
      <pc:sldChg chg="addSp delSp modSp mod modAnim">
        <pc:chgData name="jiahan yang" userId="fde125bdbd3178b7" providerId="LiveId" clId="{4E862FEB-06A2-45DA-AE06-0E6899683E3C}" dt="2026-06-02T13:38:18.648" v="1542"/>
        <pc:sldMkLst>
          <pc:docMk/>
          <pc:sldMk cId="0" sldId="1791"/>
        </pc:sldMkLst>
        <pc:spChg chg="del">
          <ac:chgData name="jiahan yang" userId="fde125bdbd3178b7" providerId="LiveId" clId="{4E862FEB-06A2-45DA-AE06-0E6899683E3C}" dt="2026-06-02T13:24:41.449" v="1408" actId="478"/>
          <ac:spMkLst>
            <pc:docMk/>
            <pc:sldMk cId="0" sldId="1791"/>
            <ac:spMk id="20" creationId="{00000000-0000-0000-0000-000000000000}"/>
          </ac:spMkLst>
        </pc:spChg>
        <pc:spChg chg="del">
          <ac:chgData name="jiahan yang" userId="fde125bdbd3178b7" providerId="LiveId" clId="{4E862FEB-06A2-45DA-AE06-0E6899683E3C}" dt="2026-06-02T13:24:46.185" v="1410" actId="478"/>
          <ac:spMkLst>
            <pc:docMk/>
            <pc:sldMk cId="0" sldId="1791"/>
            <ac:spMk id="22" creationId="{00000000-0000-0000-0000-000000000000}"/>
          </ac:spMkLst>
        </pc:spChg>
        <pc:spChg chg="mod">
          <ac:chgData name="jiahan yang" userId="fde125bdbd3178b7" providerId="LiveId" clId="{4E862FEB-06A2-45DA-AE06-0E6899683E3C}" dt="2026-06-02T13:25:44.212" v="1454" actId="1076"/>
          <ac:spMkLst>
            <pc:docMk/>
            <pc:sldMk cId="0" sldId="1791"/>
            <ac:spMk id="23" creationId="{00000000-0000-0000-0000-000000000000}"/>
          </ac:spMkLst>
        </pc:spChg>
        <pc:spChg chg="del">
          <ac:chgData name="jiahan yang" userId="fde125bdbd3178b7" providerId="LiveId" clId="{4E862FEB-06A2-45DA-AE06-0E6899683E3C}" dt="2026-06-02T13:24:50.290" v="1411" actId="478"/>
          <ac:spMkLst>
            <pc:docMk/>
            <pc:sldMk cId="0" sldId="1791"/>
            <ac:spMk id="28" creationId="{00000000-0000-0000-0000-000000000000}"/>
          </ac:spMkLst>
        </pc:spChg>
        <pc:spChg chg="mod">
          <ac:chgData name="jiahan yang" userId="fde125bdbd3178b7" providerId="LiveId" clId="{4E862FEB-06A2-45DA-AE06-0E6899683E3C}" dt="2026-06-02T13:24:05.345" v="1403" actId="1076"/>
          <ac:spMkLst>
            <pc:docMk/>
            <pc:sldMk cId="0" sldId="1791"/>
            <ac:spMk id="48" creationId="{00000000-0000-0000-0000-000000000000}"/>
          </ac:spMkLst>
        </pc:spChg>
        <pc:picChg chg="add mod modCrop">
          <ac:chgData name="jiahan yang" userId="fde125bdbd3178b7" providerId="LiveId" clId="{4E862FEB-06A2-45DA-AE06-0E6899683E3C}" dt="2026-06-02T13:27:05.144" v="1476" actId="1076"/>
          <ac:picMkLst>
            <pc:docMk/>
            <pc:sldMk cId="0" sldId="1791"/>
            <ac:picMk id="4" creationId="{C7ED9F39-6226-5AA2-93CE-D61DA1F3E28E}"/>
          </ac:picMkLst>
        </pc:picChg>
        <pc:picChg chg="add mod modCrop">
          <ac:chgData name="jiahan yang" userId="fde125bdbd3178b7" providerId="LiveId" clId="{4E862FEB-06A2-45DA-AE06-0E6899683E3C}" dt="2026-06-02T13:27:11.446" v="1477" actId="1076"/>
          <ac:picMkLst>
            <pc:docMk/>
            <pc:sldMk cId="0" sldId="1791"/>
            <ac:picMk id="6" creationId="{21BFDE12-5F76-41ED-08A3-947E44365289}"/>
          </ac:picMkLst>
        </pc:picChg>
      </pc:sldChg>
      <pc:sldChg chg="addSp delSp modSp mod ord setBg modAnim">
        <pc:chgData name="jiahan yang" userId="fde125bdbd3178b7" providerId="LiveId" clId="{4E862FEB-06A2-45DA-AE06-0E6899683E3C}" dt="2026-06-02T09:42:01.487" v="598" actId="1076"/>
        <pc:sldMkLst>
          <pc:docMk/>
          <pc:sldMk cId="0" sldId="1817"/>
        </pc:sldMkLst>
        <pc:spChg chg="add del mod">
          <ac:chgData name="jiahan yang" userId="fde125bdbd3178b7" providerId="LiveId" clId="{4E862FEB-06A2-45DA-AE06-0E6899683E3C}" dt="2026-06-02T06:51:01.271" v="35" actId="478"/>
          <ac:spMkLst>
            <pc:docMk/>
            <pc:sldMk cId="0" sldId="1817"/>
            <ac:spMk id="4" creationId="{B07017B3-D26A-477E-379D-75C8A07404BD}"/>
          </ac:spMkLst>
        </pc:spChg>
        <pc:spChg chg="mod">
          <ac:chgData name="jiahan yang" userId="fde125bdbd3178b7" providerId="LiveId" clId="{4E862FEB-06A2-45DA-AE06-0E6899683E3C}" dt="2026-06-02T06:47:33.738" v="1" actId="20577"/>
          <ac:spMkLst>
            <pc:docMk/>
            <pc:sldMk cId="0" sldId="1817"/>
            <ac:spMk id="6" creationId="{00000000-0000-0000-0000-000000000000}"/>
          </ac:spMkLst>
        </pc:spChg>
        <pc:spChg chg="del mod">
          <ac:chgData name="jiahan yang" userId="fde125bdbd3178b7" providerId="LiveId" clId="{4E862FEB-06A2-45DA-AE06-0E6899683E3C}" dt="2026-06-02T06:49:07.866" v="11" actId="478"/>
          <ac:spMkLst>
            <pc:docMk/>
            <pc:sldMk cId="0" sldId="1817"/>
            <ac:spMk id="7" creationId="{00000000-0000-0000-0000-000000000000}"/>
          </ac:spMkLst>
        </pc:spChg>
        <pc:spChg chg="add mod">
          <ac:chgData name="jiahan yang" userId="fde125bdbd3178b7" providerId="LiveId" clId="{4E862FEB-06A2-45DA-AE06-0E6899683E3C}" dt="2026-06-02T09:42:01.487" v="598" actId="1076"/>
          <ac:spMkLst>
            <pc:docMk/>
            <pc:sldMk cId="0" sldId="1817"/>
            <ac:spMk id="8" creationId="{ECFE9A09-B8C4-FB1A-406D-409090855DD4}"/>
          </ac:spMkLst>
        </pc:spChg>
        <pc:spChg chg="mod">
          <ac:chgData name="jiahan yang" userId="fde125bdbd3178b7" providerId="LiveId" clId="{4E862FEB-06A2-45DA-AE06-0E6899683E3C}" dt="2026-06-02T06:48:10.216" v="8" actId="1076"/>
          <ac:spMkLst>
            <pc:docMk/>
            <pc:sldMk cId="0" sldId="1817"/>
            <ac:spMk id="9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41.691" v="21" actId="478"/>
          <ac:spMkLst>
            <pc:docMk/>
            <pc:sldMk cId="0" sldId="1817"/>
            <ac:spMk id="11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06.644" v="10" actId="478"/>
          <ac:spMkLst>
            <pc:docMk/>
            <pc:sldMk cId="0" sldId="1817"/>
            <ac:spMk id="12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08.980" v="12" actId="478"/>
          <ac:spMkLst>
            <pc:docMk/>
            <pc:sldMk cId="0" sldId="1817"/>
            <ac:spMk id="13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48.665" v="23" actId="478"/>
          <ac:spMkLst>
            <pc:docMk/>
            <pc:sldMk cId="0" sldId="1817"/>
            <ac:spMk id="14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1.709" v="14" actId="478"/>
          <ac:spMkLst>
            <pc:docMk/>
            <pc:sldMk cId="0" sldId="1817"/>
            <ac:spMk id="15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3.509" v="15" actId="478"/>
          <ac:spMkLst>
            <pc:docMk/>
            <pc:sldMk cId="0" sldId="1817"/>
            <ac:spMk id="16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09.753" v="13" actId="478"/>
          <ac:spMkLst>
            <pc:docMk/>
            <pc:sldMk cId="0" sldId="1817"/>
            <ac:spMk id="17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48.665" v="23" actId="478"/>
          <ac:spMkLst>
            <pc:docMk/>
            <pc:sldMk cId="0" sldId="1817"/>
            <ac:spMk id="18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49.931" v="24" actId="478"/>
          <ac:spMkLst>
            <pc:docMk/>
            <pc:sldMk cId="0" sldId="1817"/>
            <ac:spMk id="19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3.509" v="15" actId="478"/>
          <ac:spMkLst>
            <pc:docMk/>
            <pc:sldMk cId="0" sldId="1817"/>
            <ac:spMk id="21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3.509" v="15" actId="478"/>
          <ac:spMkLst>
            <pc:docMk/>
            <pc:sldMk cId="0" sldId="1817"/>
            <ac:spMk id="22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1.709" v="14" actId="478"/>
          <ac:spMkLst>
            <pc:docMk/>
            <pc:sldMk cId="0" sldId="1817"/>
            <ac:spMk id="24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1.709" v="14" actId="478"/>
          <ac:spMkLst>
            <pc:docMk/>
            <pc:sldMk cId="0" sldId="1817"/>
            <ac:spMk id="25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1.709" v="14" actId="478"/>
          <ac:spMkLst>
            <pc:docMk/>
            <pc:sldMk cId="0" sldId="1817"/>
            <ac:spMk id="27" creationId="{00000000-0000-0000-0000-000000000000}"/>
          </ac:spMkLst>
        </pc:spChg>
        <pc:spChg chg="del">
          <ac:chgData name="jiahan yang" userId="fde125bdbd3178b7" providerId="LiveId" clId="{4E862FEB-06A2-45DA-AE06-0E6899683E3C}" dt="2026-06-02T06:49:11.709" v="14" actId="478"/>
          <ac:spMkLst>
            <pc:docMk/>
            <pc:sldMk cId="0" sldId="1817"/>
            <ac:spMk id="28" creationId="{00000000-0000-0000-0000-000000000000}"/>
          </ac:spMkLst>
        </pc:spChg>
        <pc:graphicFrameChg chg="add del mod modGraphic">
          <ac:chgData name="jiahan yang" userId="fde125bdbd3178b7" providerId="LiveId" clId="{4E862FEB-06A2-45DA-AE06-0E6899683E3C}" dt="2026-06-02T06:50:33.371" v="32" actId="478"/>
          <ac:graphicFrameMkLst>
            <pc:docMk/>
            <pc:sldMk cId="0" sldId="1817"/>
            <ac:graphicFrameMk id="2" creationId="{2C9B9820-44E9-D7D4-4816-62257DA32496}"/>
          </ac:graphicFrameMkLst>
        </pc:graphicFrameChg>
        <pc:graphicFrameChg chg="add mod modGraphic">
          <ac:chgData name="jiahan yang" userId="fde125bdbd3178b7" providerId="LiveId" clId="{4E862FEB-06A2-45DA-AE06-0E6899683E3C}" dt="2026-06-02T09:38:57.130" v="566" actId="1076"/>
          <ac:graphicFrameMkLst>
            <pc:docMk/>
            <pc:sldMk cId="0" sldId="1817"/>
            <ac:graphicFrameMk id="5" creationId="{4BC2DFA8-FDC0-922F-F98D-BF19008BBD2C}"/>
          </ac:graphicFrameMkLst>
        </pc:graphicFrameChg>
        <pc:cxnChg chg="del">
          <ac:chgData name="jiahan yang" userId="fde125bdbd3178b7" providerId="LiveId" clId="{4E862FEB-06A2-45DA-AE06-0E6899683E3C}" dt="2026-06-02T06:49:48.665" v="23" actId="478"/>
          <ac:cxnSpMkLst>
            <pc:docMk/>
            <pc:sldMk cId="0" sldId="1817"/>
            <ac:cxnSpMk id="20" creationId="{00000000-0000-0000-0000-000000000000}"/>
          </ac:cxnSpMkLst>
        </pc:cxnChg>
        <pc:cxnChg chg="del">
          <ac:chgData name="jiahan yang" userId="fde125bdbd3178b7" providerId="LiveId" clId="{4E862FEB-06A2-45DA-AE06-0E6899683E3C}" dt="2026-06-02T06:49:13.509" v="15" actId="478"/>
          <ac:cxnSpMkLst>
            <pc:docMk/>
            <pc:sldMk cId="0" sldId="1817"/>
            <ac:cxnSpMk id="23" creationId="{00000000-0000-0000-0000-000000000000}"/>
          </ac:cxnSpMkLst>
        </pc:cxnChg>
        <pc:cxnChg chg="del">
          <ac:chgData name="jiahan yang" userId="fde125bdbd3178b7" providerId="LiveId" clId="{4E862FEB-06A2-45DA-AE06-0E6899683E3C}" dt="2026-06-02T06:49:11.709" v="14" actId="478"/>
          <ac:cxnSpMkLst>
            <pc:docMk/>
            <pc:sldMk cId="0" sldId="1817"/>
            <ac:cxnSpMk id="26" creationId="{00000000-0000-0000-0000-000000000000}"/>
          </ac:cxnSpMkLst>
        </pc:cxnChg>
        <pc:cxnChg chg="del">
          <ac:chgData name="jiahan yang" userId="fde125bdbd3178b7" providerId="LiveId" clId="{4E862FEB-06A2-45DA-AE06-0E6899683E3C}" dt="2026-06-02T06:49:11.709" v="14" actId="478"/>
          <ac:cxnSpMkLst>
            <pc:docMk/>
            <pc:sldMk cId="0" sldId="1817"/>
            <ac:cxnSpMk id="29" creationId="{00000000-0000-0000-0000-000000000000}"/>
          </ac:cxnSpMkLst>
        </pc:cxnChg>
      </pc:sldChg>
      <pc:sldChg chg="del">
        <pc:chgData name="jiahan yang" userId="fde125bdbd3178b7" providerId="LiveId" clId="{4E862FEB-06A2-45DA-AE06-0E6899683E3C}" dt="2026-06-02T13:34:33.542" v="1530" actId="47"/>
        <pc:sldMkLst>
          <pc:docMk/>
          <pc:sldMk cId="0" sldId="1828"/>
        </pc:sldMkLst>
      </pc:sldChg>
      <pc:sldChg chg="del">
        <pc:chgData name="jiahan yang" userId="fde125bdbd3178b7" providerId="LiveId" clId="{4E862FEB-06A2-45DA-AE06-0E6899683E3C}" dt="2026-06-02T13:34:39.805" v="1537" actId="47"/>
        <pc:sldMkLst>
          <pc:docMk/>
          <pc:sldMk cId="0" sldId="1829"/>
        </pc:sldMkLst>
      </pc:sldChg>
      <pc:sldChg chg="del">
        <pc:chgData name="jiahan yang" userId="fde125bdbd3178b7" providerId="LiveId" clId="{4E862FEB-06A2-45DA-AE06-0E6899683E3C}" dt="2026-06-02T13:34:40.345" v="1538" actId="47"/>
        <pc:sldMkLst>
          <pc:docMk/>
          <pc:sldMk cId="0" sldId="1830"/>
        </pc:sldMkLst>
      </pc:sldChg>
      <pc:sldChg chg="del">
        <pc:chgData name="jiahan yang" userId="fde125bdbd3178b7" providerId="LiveId" clId="{4E862FEB-06A2-45DA-AE06-0E6899683E3C}" dt="2026-06-02T13:34:40.935" v="1539" actId="47"/>
        <pc:sldMkLst>
          <pc:docMk/>
          <pc:sldMk cId="0" sldId="1831"/>
        </pc:sldMkLst>
      </pc:sldChg>
      <pc:sldChg chg="del">
        <pc:chgData name="jiahan yang" userId="fde125bdbd3178b7" providerId="LiveId" clId="{4E862FEB-06A2-45DA-AE06-0E6899683E3C}" dt="2026-06-02T13:34:34.765" v="1531" actId="47"/>
        <pc:sldMkLst>
          <pc:docMk/>
          <pc:sldMk cId="0" sldId="1833"/>
        </pc:sldMkLst>
      </pc:sldChg>
      <pc:sldChg chg="del">
        <pc:chgData name="jiahan yang" userId="fde125bdbd3178b7" providerId="LiveId" clId="{4E862FEB-06A2-45DA-AE06-0E6899683E3C}" dt="2026-06-02T13:34:36.602" v="1533" actId="47"/>
        <pc:sldMkLst>
          <pc:docMk/>
          <pc:sldMk cId="0" sldId="1838"/>
        </pc:sldMkLst>
      </pc:sldChg>
      <pc:sldChg chg="del">
        <pc:chgData name="jiahan yang" userId="fde125bdbd3178b7" providerId="LiveId" clId="{4E862FEB-06A2-45DA-AE06-0E6899683E3C}" dt="2026-06-02T13:34:37.553" v="1534" actId="47"/>
        <pc:sldMkLst>
          <pc:docMk/>
          <pc:sldMk cId="0" sldId="1840"/>
        </pc:sldMkLst>
      </pc:sldChg>
      <pc:sldChg chg="del">
        <pc:chgData name="jiahan yang" userId="fde125bdbd3178b7" providerId="LiveId" clId="{4E862FEB-06A2-45DA-AE06-0E6899683E3C}" dt="2026-06-02T13:34:35.905" v="1532" actId="47"/>
        <pc:sldMkLst>
          <pc:docMk/>
          <pc:sldMk cId="0" sldId="1844"/>
        </pc:sldMkLst>
      </pc:sldChg>
      <pc:sldChg chg="addSp delSp modSp mod ord modAnim">
        <pc:chgData name="jiahan yang" userId="fde125bdbd3178b7" providerId="LiveId" clId="{4E862FEB-06A2-45DA-AE06-0E6899683E3C}" dt="2026-06-02T10:34:56.682" v="923"/>
        <pc:sldMkLst>
          <pc:docMk/>
          <pc:sldMk cId="0" sldId="1845"/>
        </pc:sldMkLst>
        <pc:spChg chg="add mod">
          <ac:chgData name="jiahan yang" userId="fde125bdbd3178b7" providerId="LiveId" clId="{4E862FEB-06A2-45DA-AE06-0E6899683E3C}" dt="2026-06-02T10:21:28.994" v="793" actId="1076"/>
          <ac:spMkLst>
            <pc:docMk/>
            <pc:sldMk cId="0" sldId="1845"/>
            <ac:spMk id="2" creationId="{F0920098-9F84-7B65-4327-C052F94FE8AF}"/>
          </ac:spMkLst>
        </pc:spChg>
        <pc:spChg chg="add mod">
          <ac:chgData name="jiahan yang" userId="fde125bdbd3178b7" providerId="LiveId" clId="{4E862FEB-06A2-45DA-AE06-0E6899683E3C}" dt="2026-06-02T10:30:05.484" v="876" actId="20577"/>
          <ac:spMkLst>
            <pc:docMk/>
            <pc:sldMk cId="0" sldId="1845"/>
            <ac:spMk id="4" creationId="{A2DFE33D-73E3-33EC-AD03-F0BB3EC9AF41}"/>
          </ac:spMkLst>
        </pc:spChg>
        <pc:spChg chg="add mod">
          <ac:chgData name="jiahan yang" userId="fde125bdbd3178b7" providerId="LiveId" clId="{4E862FEB-06A2-45DA-AE06-0E6899683E3C}" dt="2026-06-02T10:32:12.962" v="894" actId="1076"/>
          <ac:spMkLst>
            <pc:docMk/>
            <pc:sldMk cId="0" sldId="1845"/>
            <ac:spMk id="6" creationId="{48545289-E880-2332-454C-3E85C8474EDC}"/>
          </ac:spMkLst>
        </pc:spChg>
        <pc:spChg chg="add mod">
          <ac:chgData name="jiahan yang" userId="fde125bdbd3178b7" providerId="LiveId" clId="{4E862FEB-06A2-45DA-AE06-0E6899683E3C}" dt="2026-06-02T10:34:41.566" v="921" actId="113"/>
          <ac:spMkLst>
            <pc:docMk/>
            <pc:sldMk cId="0" sldId="1845"/>
            <ac:spMk id="8" creationId="{EB4004FD-2B72-5581-41CE-D96BB7925D84}"/>
          </ac:spMkLst>
        </pc:spChg>
        <pc:spChg chg="mod">
          <ac:chgData name="jiahan yang" userId="fde125bdbd3178b7" providerId="LiveId" clId="{4E862FEB-06A2-45DA-AE06-0E6899683E3C}" dt="2026-06-02T10:20:49.600" v="787" actId="20577"/>
          <ac:spMkLst>
            <pc:docMk/>
            <pc:sldMk cId="0" sldId="1845"/>
            <ac:spMk id="15" creationId="{00000000-0000-0000-0000-000000000000}"/>
          </ac:spMkLst>
        </pc:spChg>
        <pc:spChg chg="add del 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16" creationId="{00000000-0000-0000-0000-000000000000}"/>
          </ac:spMkLst>
        </pc:spChg>
        <pc:spChg chg="del">
          <ac:chgData name="jiahan yang" userId="fde125bdbd3178b7" providerId="LiveId" clId="{4E862FEB-06A2-45DA-AE06-0E6899683E3C}" dt="2026-06-02T10:21:19.474" v="792" actId="478"/>
          <ac:spMkLst>
            <pc:docMk/>
            <pc:sldMk cId="0" sldId="1845"/>
            <ac:spMk id="17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18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20" creationId="{00000000-0000-0000-0000-000000000000}"/>
          </ac:spMkLst>
        </pc:spChg>
        <pc:spChg chg="add del mod">
          <ac:chgData name="jiahan yang" userId="fde125bdbd3178b7" providerId="LiveId" clId="{4E862FEB-06A2-45DA-AE06-0E6899683E3C}" dt="2026-06-02T10:25:50.415" v="825" actId="478"/>
          <ac:spMkLst>
            <pc:docMk/>
            <pc:sldMk cId="0" sldId="1845"/>
            <ac:spMk id="21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22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23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25" creationId="{00000000-0000-0000-0000-000000000000}"/>
          </ac:spMkLst>
        </pc:spChg>
        <pc:spChg chg="del mod">
          <ac:chgData name="jiahan yang" userId="fde125bdbd3178b7" providerId="LiveId" clId="{4E862FEB-06A2-45DA-AE06-0E6899683E3C}" dt="2026-06-02T10:27:09.324" v="838" actId="478"/>
          <ac:spMkLst>
            <pc:docMk/>
            <pc:sldMk cId="0" sldId="1845"/>
            <ac:spMk id="26" creationId="{00000000-0000-0000-0000-000000000000}"/>
          </ac:spMkLst>
        </pc:spChg>
        <pc:spChg chg="del">
          <ac:chgData name="jiahan yang" userId="fde125bdbd3178b7" providerId="LiveId" clId="{4E862FEB-06A2-45DA-AE06-0E6899683E3C}" dt="2026-06-02T10:20:45.254" v="784" actId="478"/>
          <ac:spMkLst>
            <pc:docMk/>
            <pc:sldMk cId="0" sldId="1845"/>
            <ac:spMk id="27" creationId="{00000000-0000-0000-0000-000000000000}"/>
          </ac:spMkLst>
        </pc:spChg>
        <pc:spChg chg="del">
          <ac:chgData name="jiahan yang" userId="fde125bdbd3178b7" providerId="LiveId" clId="{4E862FEB-06A2-45DA-AE06-0E6899683E3C}" dt="2026-06-02T10:20:46.949" v="785" actId="478"/>
          <ac:spMkLst>
            <pc:docMk/>
            <pc:sldMk cId="0" sldId="1845"/>
            <ac:spMk id="28" creationId="{00000000-0000-0000-0000-000000000000}"/>
          </ac:spMkLst>
        </pc:spChg>
        <pc:spChg chg="del">
          <ac:chgData name="jiahan yang" userId="fde125bdbd3178b7" providerId="LiveId" clId="{4E862FEB-06A2-45DA-AE06-0E6899683E3C}" dt="2026-06-02T10:21:35.006" v="794" actId="478"/>
          <ac:spMkLst>
            <pc:docMk/>
            <pc:sldMk cId="0" sldId="1845"/>
            <ac:spMk id="29" creationId="{00000000-0000-0000-0000-000000000000}"/>
          </ac:spMkLst>
        </pc:spChg>
        <pc:spChg chg="add del">
          <ac:chgData name="jiahan yang" userId="fde125bdbd3178b7" providerId="LiveId" clId="{4E862FEB-06A2-45DA-AE06-0E6899683E3C}" dt="2026-06-02T10:22:39.227" v="817" actId="478"/>
          <ac:spMkLst>
            <pc:docMk/>
            <pc:sldMk cId="0" sldId="1845"/>
            <ac:spMk id="30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31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32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33" creationId="{00000000-0000-0000-0000-000000000000}"/>
          </ac:spMkLst>
        </pc:spChg>
        <pc:spChg chg="del mod">
          <ac:chgData name="jiahan yang" userId="fde125bdbd3178b7" providerId="LiveId" clId="{4E862FEB-06A2-45DA-AE06-0E6899683E3C}" dt="2026-06-02T10:26:18.587" v="831" actId="478"/>
          <ac:spMkLst>
            <pc:docMk/>
            <pc:sldMk cId="0" sldId="1845"/>
            <ac:spMk id="34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8:29.732" v="855" actId="1076"/>
          <ac:spMkLst>
            <pc:docMk/>
            <pc:sldMk cId="0" sldId="1845"/>
            <ac:spMk id="35" creationId="{00000000-0000-0000-0000-000000000000}"/>
          </ac:spMkLst>
        </pc:spChg>
        <pc:picChg chg="mod">
          <ac:chgData name="jiahan yang" userId="fde125bdbd3178b7" providerId="LiveId" clId="{4E862FEB-06A2-45DA-AE06-0E6899683E3C}" dt="2026-06-02T10:22:35.439" v="810" actId="1076"/>
          <ac:picMkLst>
            <pc:docMk/>
            <pc:sldMk cId="0" sldId="1845"/>
            <ac:picMk id="19" creationId="{00000000-0000-0000-0000-000000000000}"/>
          </ac:picMkLst>
        </pc:picChg>
      </pc:sldChg>
      <pc:sldChg chg="modSp mod">
        <pc:chgData name="jiahan yang" userId="fde125bdbd3178b7" providerId="LiveId" clId="{4E862FEB-06A2-45DA-AE06-0E6899683E3C}" dt="2026-06-02T13:23:52.216" v="1401" actId="1076"/>
        <pc:sldMkLst>
          <pc:docMk/>
          <pc:sldMk cId="0" sldId="1847"/>
        </pc:sldMkLst>
        <pc:spChg chg="mod">
          <ac:chgData name="jiahan yang" userId="fde125bdbd3178b7" providerId="LiveId" clId="{4E862FEB-06A2-45DA-AE06-0E6899683E3C}" dt="2026-06-02T13:23:52.216" v="1401" actId="1076"/>
          <ac:spMkLst>
            <pc:docMk/>
            <pc:sldMk cId="0" sldId="1847"/>
            <ac:spMk id="55" creationId="{00000000-0000-0000-0000-000000000000}"/>
          </ac:spMkLst>
        </pc:spChg>
      </pc:sldChg>
      <pc:sldChg chg="del">
        <pc:chgData name="jiahan yang" userId="fde125bdbd3178b7" providerId="LiveId" clId="{4E862FEB-06A2-45DA-AE06-0E6899683E3C}" dt="2026-06-02T13:34:38.398" v="1535" actId="47"/>
        <pc:sldMkLst>
          <pc:docMk/>
          <pc:sldMk cId="0" sldId="1849"/>
        </pc:sldMkLst>
      </pc:sldChg>
      <pc:sldChg chg="addSp delSp modSp mod ord modAnim">
        <pc:chgData name="jiahan yang" userId="fde125bdbd3178b7" providerId="LiveId" clId="{4E862FEB-06A2-45DA-AE06-0E6899683E3C}" dt="2026-06-02T10:26:42.345" v="836" actId="113"/>
        <pc:sldMkLst>
          <pc:docMk/>
          <pc:sldMk cId="0" sldId="1850"/>
        </pc:sldMkLst>
        <pc:spChg chg="add mod">
          <ac:chgData name="jiahan yang" userId="fde125bdbd3178b7" providerId="LiveId" clId="{4E862FEB-06A2-45DA-AE06-0E6899683E3C}" dt="2026-06-02T09:59:19.246" v="698" actId="1076"/>
          <ac:spMkLst>
            <pc:docMk/>
            <pc:sldMk cId="0" sldId="1850"/>
            <ac:spMk id="2" creationId="{9A8D4476-A81D-A4D6-5625-26C1AE8E314C}"/>
          </ac:spMkLst>
        </pc:spChg>
        <pc:spChg chg="add mod">
          <ac:chgData name="jiahan yang" userId="fde125bdbd3178b7" providerId="LiveId" clId="{4E862FEB-06A2-45DA-AE06-0E6899683E3C}" dt="2026-06-02T10:02:46.252" v="717" actId="1076"/>
          <ac:spMkLst>
            <pc:docMk/>
            <pc:sldMk cId="0" sldId="1850"/>
            <ac:spMk id="4" creationId="{FFD1A448-B521-4127-2EE1-C2066C3C0C7C}"/>
          </ac:spMkLst>
        </pc:spChg>
        <pc:spChg chg="mod">
          <ac:chgData name="jiahan yang" userId="fde125bdbd3178b7" providerId="LiveId" clId="{4E862FEB-06A2-45DA-AE06-0E6899683E3C}" dt="2026-06-02T09:56:44.480" v="667" actId="20577"/>
          <ac:spMkLst>
            <pc:docMk/>
            <pc:sldMk cId="0" sldId="1850"/>
            <ac:spMk id="19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24" creationId="{00000000-0000-0000-0000-000000000000}"/>
          </ac:spMkLst>
        </pc:spChg>
        <pc:spChg chg="mod">
          <ac:chgData name="jiahan yang" userId="fde125bdbd3178b7" providerId="LiveId" clId="{4E862FEB-06A2-45DA-AE06-0E6899683E3C}" dt="2026-06-02T09:57:11.286" v="676" actId="1076"/>
          <ac:spMkLst>
            <pc:docMk/>
            <pc:sldMk cId="0" sldId="1850"/>
            <ac:spMk id="46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49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5:46.252" v="747" actId="1076"/>
          <ac:spMkLst>
            <pc:docMk/>
            <pc:sldMk cId="0" sldId="1850"/>
            <ac:spMk id="52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26:42.345" v="836" actId="113"/>
          <ac:spMkLst>
            <pc:docMk/>
            <pc:sldMk cId="0" sldId="1850"/>
            <ac:spMk id="53" creationId="{00000000-0000-0000-0000-000000000000}"/>
          </ac:spMkLst>
        </pc:spChg>
        <pc:spChg chg="del">
          <ac:chgData name="jiahan yang" userId="fde125bdbd3178b7" providerId="LiveId" clId="{4E862FEB-06A2-45DA-AE06-0E6899683E3C}" dt="2026-06-02T10:01:17.660" v="705" actId="478"/>
          <ac:spMkLst>
            <pc:docMk/>
            <pc:sldMk cId="0" sldId="1850"/>
            <ac:spMk id="54" creationId="{00000000-0000-0000-0000-000000000000}"/>
          </ac:spMkLst>
        </pc:spChg>
        <pc:spChg chg="del">
          <ac:chgData name="jiahan yang" userId="fde125bdbd3178b7" providerId="LiveId" clId="{4E862FEB-06A2-45DA-AE06-0E6899683E3C}" dt="2026-06-02T09:58:16.646" v="686" actId="478"/>
          <ac:spMkLst>
            <pc:docMk/>
            <pc:sldMk cId="0" sldId="1850"/>
            <ac:spMk id="55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0:31.649" v="704" actId="1076"/>
          <ac:spMkLst>
            <pc:docMk/>
            <pc:sldMk cId="0" sldId="1850"/>
            <ac:spMk id="56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57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62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64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67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68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69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70" creationId="{00000000-0000-0000-0000-000000000000}"/>
          </ac:spMkLst>
        </pc:spChg>
        <pc:spChg chg="mod">
          <ac:chgData name="jiahan yang" userId="fde125bdbd3178b7" providerId="LiveId" clId="{4E862FEB-06A2-45DA-AE06-0E6899683E3C}" dt="2026-06-02T10:01:30.876" v="707" actId="255"/>
          <ac:spMkLst>
            <pc:docMk/>
            <pc:sldMk cId="0" sldId="1850"/>
            <ac:spMk id="71" creationId="{00000000-0000-0000-0000-000000000000}"/>
          </ac:spMkLst>
        </pc:spChg>
        <pc:spChg chg="del mod">
          <ac:chgData name="jiahan yang" userId="fde125bdbd3178b7" providerId="LiveId" clId="{4E862FEB-06A2-45DA-AE06-0E6899683E3C}" dt="2026-06-02T09:57:46.198" v="682"/>
          <ac:spMkLst>
            <pc:docMk/>
            <pc:sldMk cId="0" sldId="1850"/>
            <ac:spMk id="73" creationId="{00000000-0000-0000-0000-000000000000}"/>
          </ac:spMkLst>
        </pc:spChg>
        <pc:spChg chg="add del mod">
          <ac:chgData name="jiahan yang" userId="fde125bdbd3178b7" providerId="LiveId" clId="{4E862FEB-06A2-45DA-AE06-0E6899683E3C}" dt="2026-06-02T09:58:41.817" v="692" actId="1076"/>
          <ac:spMkLst>
            <pc:docMk/>
            <pc:sldMk cId="0" sldId="1850"/>
            <ac:spMk id="74" creationId="{00000000-0000-0000-0000-000000000000}"/>
          </ac:spMkLst>
        </pc:spChg>
        <pc:spChg chg="del">
          <ac:chgData name="jiahan yang" userId="fde125bdbd3178b7" providerId="LiveId" clId="{4E862FEB-06A2-45DA-AE06-0E6899683E3C}" dt="2026-06-02T09:59:03.517" v="696" actId="478"/>
          <ac:spMkLst>
            <pc:docMk/>
            <pc:sldMk cId="0" sldId="1850"/>
            <ac:spMk id="75" creationId="{00000000-0000-0000-0000-000000000000}"/>
          </ac:spMkLst>
        </pc:spChg>
        <pc:spChg chg="del">
          <ac:chgData name="jiahan yang" userId="fde125bdbd3178b7" providerId="LiveId" clId="{4E862FEB-06A2-45DA-AE06-0E6899683E3C}" dt="2026-06-02T10:01:19.407" v="706" actId="478"/>
          <ac:spMkLst>
            <pc:docMk/>
            <pc:sldMk cId="0" sldId="1850"/>
            <ac:spMk id="76" creationId="{00000000-0000-0000-0000-000000000000}"/>
          </ac:spMkLst>
        </pc:spChg>
        <pc:spChg chg="del">
          <ac:chgData name="jiahan yang" userId="fde125bdbd3178b7" providerId="LiveId" clId="{4E862FEB-06A2-45DA-AE06-0E6899683E3C}" dt="2026-06-02T10:00:09.194" v="700" actId="478"/>
          <ac:spMkLst>
            <pc:docMk/>
            <pc:sldMk cId="0" sldId="1850"/>
            <ac:spMk id="77" creationId="{00000000-0000-0000-0000-000000000000}"/>
          </ac:spMkLst>
        </pc:spChg>
      </pc:sldChg>
      <pc:sldChg chg="del">
        <pc:chgData name="jiahan yang" userId="fde125bdbd3178b7" providerId="LiveId" clId="{4E862FEB-06A2-45DA-AE06-0E6899683E3C}" dt="2026-06-02T13:34:41.596" v="1540" actId="47"/>
        <pc:sldMkLst>
          <pc:docMk/>
          <pc:sldMk cId="0" sldId="1852"/>
        </pc:sldMkLst>
      </pc:sldChg>
      <pc:sldChg chg="delSp mod ord">
        <pc:chgData name="jiahan yang" userId="fde125bdbd3178b7" providerId="LiveId" clId="{4E862FEB-06A2-45DA-AE06-0E6899683E3C}" dt="2026-06-02T11:29:58.613" v="1385" actId="478"/>
        <pc:sldMkLst>
          <pc:docMk/>
          <pc:sldMk cId="0" sldId="1853"/>
        </pc:sldMkLst>
        <pc:spChg chg="del">
          <ac:chgData name="jiahan yang" userId="fde125bdbd3178b7" providerId="LiveId" clId="{4E862FEB-06A2-45DA-AE06-0E6899683E3C}" dt="2026-06-02T11:29:58.613" v="1385" actId="478"/>
          <ac:spMkLst>
            <pc:docMk/>
            <pc:sldMk cId="0" sldId="1853"/>
            <ac:spMk id="5" creationId="{00000000-0000-0000-0000-000000000000}"/>
          </ac:spMkLst>
        </pc:spChg>
      </pc:sldChg>
      <pc:sldChg chg="del">
        <pc:chgData name="jiahan yang" userId="fde125bdbd3178b7" providerId="LiveId" clId="{4E862FEB-06A2-45DA-AE06-0E6899683E3C}" dt="2026-06-02T13:34:39.136" v="1536" actId="47"/>
        <pc:sldMkLst>
          <pc:docMk/>
          <pc:sldMk cId="0" sldId="1859"/>
        </pc:sldMkLst>
      </pc:sldChg>
      <pc:sldChg chg="addSp delSp modSp del mod modAnim">
        <pc:chgData name="jiahan yang" userId="fde125bdbd3178b7" providerId="LiveId" clId="{4E862FEB-06A2-45DA-AE06-0E6899683E3C}" dt="2026-06-02T10:12:59.961" v="783" actId="47"/>
        <pc:sldMkLst>
          <pc:docMk/>
          <pc:sldMk cId="0" sldId="1860"/>
        </pc:sldMkLst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2" creationId="{9F6DCA58-B522-1A96-4D68-5BF0F3C352D0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4" creationId="{C08FCF26-ABAC-2F56-67AE-D728730A4491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5" creationId="{BE618ADB-3E3F-F83F-C46F-A620619EC3B8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6" creationId="{44F26129-6539-B42E-59DD-A4BCACE8EDF0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7" creationId="{CF758243-5E46-96C1-D855-D41A3C6FC624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8" creationId="{CE3EA6A0-0D2E-5340-E282-AB79AD167D6F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9" creationId="{74524B6E-7FEA-9063-7CA5-1188B519C655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10" creationId="{177D5C4C-3AFE-2B73-0670-D2E7376D971B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11" creationId="{DF8B0198-7F6E-FED8-DE66-DC8127F832A9}"/>
          </ac:spMkLst>
        </pc:spChg>
        <pc:spChg chg="add mod">
          <ac:chgData name="jiahan yang" userId="fde125bdbd3178b7" providerId="LiveId" clId="{4E862FEB-06A2-45DA-AE06-0E6899683E3C}" dt="2026-06-02T09:41:35.370" v="585" actId="1076"/>
          <ac:spMkLst>
            <pc:docMk/>
            <pc:sldMk cId="0" sldId="1860"/>
            <ac:spMk id="12" creationId="{FCE8A3D3-174F-3B2B-04CC-C4BE0BC3B290}"/>
          </ac:spMkLst>
        </pc:spChg>
        <pc:spChg chg="add mod">
          <ac:chgData name="jiahan yang" userId="fde125bdbd3178b7" providerId="LiveId" clId="{4E862FEB-06A2-45DA-AE06-0E6899683E3C}" dt="2026-06-02T09:42:31.695" v="622" actId="20577"/>
          <ac:spMkLst>
            <pc:docMk/>
            <pc:sldMk cId="0" sldId="1860"/>
            <ac:spMk id="14" creationId="{525CF490-E53C-79BF-8D0D-20DC338487E9}"/>
          </ac:spMkLst>
        </pc:spChg>
        <pc:spChg chg="add del mod">
          <ac:chgData name="jiahan yang" userId="fde125bdbd3178b7" providerId="LiveId" clId="{4E862FEB-06A2-45DA-AE06-0E6899683E3C}" dt="2026-06-02T09:42:53.491" v="626" actId="22"/>
          <ac:spMkLst>
            <pc:docMk/>
            <pc:sldMk cId="0" sldId="1860"/>
            <ac:spMk id="16" creationId="{6707C0D3-0DC9-6D07-ED85-142028B7BAD8}"/>
          </ac:spMkLst>
        </pc:spChg>
        <pc:spChg chg="add del">
          <ac:chgData name="jiahan yang" userId="fde125bdbd3178b7" providerId="LiveId" clId="{4E862FEB-06A2-45DA-AE06-0E6899683E3C}" dt="2026-06-02T09:44:51.263" v="628" actId="478"/>
          <ac:spMkLst>
            <pc:docMk/>
            <pc:sldMk cId="0" sldId="1860"/>
            <ac:spMk id="18" creationId="{99D43AC6-F18D-64BF-B852-67D86E8BD108}"/>
          </ac:spMkLst>
        </pc:spChg>
        <pc:spChg chg="add mod">
          <ac:chgData name="jiahan yang" userId="fde125bdbd3178b7" providerId="LiveId" clId="{4E862FEB-06A2-45DA-AE06-0E6899683E3C}" dt="2026-06-02T10:03:52.368" v="731" actId="1076"/>
          <ac:spMkLst>
            <pc:docMk/>
            <pc:sldMk cId="0" sldId="1860"/>
            <ac:spMk id="20" creationId="{12F783B8-EAEA-2266-605F-BDE1A1EA140A}"/>
          </ac:spMkLst>
        </pc:spChg>
        <pc:spChg chg="add del mod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24" creationId="{00000000-0000-0000-0000-000000000000}"/>
          </ac:spMkLst>
        </pc:spChg>
        <pc:spChg chg="del mod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27" creationId="{00000000-0000-0000-0000-000000000000}"/>
          </ac:spMkLst>
        </pc:spChg>
        <pc:spChg chg="mod">
          <ac:chgData name="jiahan yang" userId="fde125bdbd3178b7" providerId="LiveId" clId="{4E862FEB-06A2-45DA-AE06-0E6899683E3C}" dt="2026-06-02T09:41:34.909" v="584" actId="1076"/>
          <ac:spMkLst>
            <pc:docMk/>
            <pc:sldMk cId="0" sldId="1860"/>
            <ac:spMk id="28" creationId="{00000000-0000-0000-0000-000000000000}"/>
          </ac:spMkLst>
        </pc:spChg>
        <pc:spChg chg="mod">
          <ac:chgData name="jiahan yang" userId="fde125bdbd3178b7" providerId="LiveId" clId="{4E862FEB-06A2-45DA-AE06-0E6899683E3C}" dt="2026-06-02T09:41:34.909" v="584" actId="1076"/>
          <ac:spMkLst>
            <pc:docMk/>
            <pc:sldMk cId="0" sldId="1860"/>
            <ac:spMk id="29" creationId="{00000000-0000-0000-0000-000000000000}"/>
          </ac:spMkLst>
        </pc:spChg>
        <pc:spChg chg="add del mod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0" creationId="{00000000-0000-0000-0000-000000000000}"/>
          </ac:spMkLst>
        </pc:spChg>
        <pc:spChg chg="add del mod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1" creationId="{00000000-0000-0000-0000-000000000000}"/>
          </ac:spMkLst>
        </pc:spChg>
        <pc:spChg chg="mod">
          <ac:chgData name="jiahan yang" userId="fde125bdbd3178b7" providerId="LiveId" clId="{4E862FEB-06A2-45DA-AE06-0E6899683E3C}" dt="2026-06-02T09:41:34.909" v="584" actId="1076"/>
          <ac:spMkLst>
            <pc:docMk/>
            <pc:sldMk cId="0" sldId="1860"/>
            <ac:spMk id="32" creationId="{00000000-0000-0000-0000-000000000000}"/>
          </ac:spMkLst>
        </pc:spChg>
        <pc:spChg chg="mod">
          <ac:chgData name="jiahan yang" userId="fde125bdbd3178b7" providerId="LiveId" clId="{4E862FEB-06A2-45DA-AE06-0E6899683E3C}" dt="2026-06-02T09:41:34.909" v="584" actId="1076"/>
          <ac:spMkLst>
            <pc:docMk/>
            <pc:sldMk cId="0" sldId="1860"/>
            <ac:spMk id="33" creationId="{00000000-0000-0000-0000-000000000000}"/>
          </ac:spMkLst>
        </pc:spChg>
        <pc:spChg chg="add del mod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4" creationId="{00000000-0000-0000-0000-000000000000}"/>
          </ac:spMkLst>
        </pc:spChg>
        <pc:spChg chg="add del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5" creationId="{00000000-0000-0000-0000-000000000000}"/>
          </ac:spMkLst>
        </pc:spChg>
        <pc:spChg chg="add del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6" creationId="{00000000-0000-0000-0000-000000000000}"/>
          </ac:spMkLst>
        </pc:spChg>
        <pc:spChg chg="add del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7" creationId="{00000000-0000-0000-0000-000000000000}"/>
          </ac:spMkLst>
        </pc:spChg>
        <pc:spChg chg="add del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8" creationId="{00000000-0000-0000-0000-000000000000}"/>
          </ac:spMkLst>
        </pc:spChg>
        <pc:spChg chg="add del">
          <ac:chgData name="jiahan yang" userId="fde125bdbd3178b7" providerId="LiveId" clId="{4E862FEB-06A2-45DA-AE06-0E6899683E3C}" dt="2026-06-02T09:42:00.857" v="597" actId="478"/>
          <ac:spMkLst>
            <pc:docMk/>
            <pc:sldMk cId="0" sldId="1860"/>
            <ac:spMk id="39" creationId="{00000000-0000-0000-0000-000000000000}"/>
          </ac:spMkLst>
        </pc:spChg>
        <pc:spChg chg="add mod">
          <ac:chgData name="jiahan yang" userId="fde125bdbd3178b7" providerId="LiveId" clId="{4E862FEB-06A2-45DA-AE06-0E6899683E3C}" dt="2026-06-02T09:41:59.685" v="596" actId="478"/>
          <ac:spMkLst>
            <pc:docMk/>
            <pc:sldMk cId="0" sldId="1860"/>
            <ac:spMk id="40" creationId="{00000000-0000-0000-0000-000000000000}"/>
          </ac:spMkLst>
        </pc:spChg>
      </pc:sldChg>
      <pc:sldChg chg="addSp delSp modSp mod ord">
        <pc:chgData name="jiahan yang" userId="fde125bdbd3178b7" providerId="LiveId" clId="{4E862FEB-06A2-45DA-AE06-0E6899683E3C}" dt="2026-06-02T12:05:12.835" v="1396" actId="948"/>
        <pc:sldMkLst>
          <pc:docMk/>
          <pc:sldMk cId="0" sldId="1861"/>
        </pc:sldMkLst>
        <pc:spChg chg="del">
          <ac:chgData name="jiahan yang" userId="fde125bdbd3178b7" providerId="LiveId" clId="{4E862FEB-06A2-45DA-AE06-0E6899683E3C}" dt="2026-06-02T11:17:50.010" v="973" actId="478"/>
          <ac:spMkLst>
            <pc:docMk/>
            <pc:sldMk cId="0" sldId="1861"/>
            <ac:spMk id="17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18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19" creationId="{00000000-0000-0000-0000-000000000000}"/>
          </ac:spMkLst>
        </pc:spChg>
        <pc:spChg chg="mod">
          <ac:chgData name="jiahan yang" userId="fde125bdbd3178b7" providerId="LiveId" clId="{4E862FEB-06A2-45DA-AE06-0E6899683E3C}" dt="2026-06-02T11:15:51.495" v="972" actId="20577"/>
          <ac:spMkLst>
            <pc:docMk/>
            <pc:sldMk cId="0" sldId="1861"/>
            <ac:spMk id="20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3.946" v="975" actId="478"/>
          <ac:spMkLst>
            <pc:docMk/>
            <pc:sldMk cId="0" sldId="1861"/>
            <ac:spMk id="22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23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24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25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47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48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49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51" creationId="{00000000-0000-0000-0000-000000000000}"/>
          </ac:spMkLst>
        </pc:spChg>
        <pc:spChg chg="del">
          <ac:chgData name="jiahan yang" userId="fde125bdbd3178b7" providerId="LiveId" clId="{4E862FEB-06A2-45DA-AE06-0E6899683E3C}" dt="2026-06-02T11:17:52.423" v="974" actId="478"/>
          <ac:spMkLst>
            <pc:docMk/>
            <pc:sldMk cId="0" sldId="1861"/>
            <ac:spMk id="52" creationId="{00000000-0000-0000-0000-000000000000}"/>
          </ac:spMkLst>
        </pc:spChg>
        <pc:graphicFrameChg chg="add del mod modGraphic">
          <ac:chgData name="jiahan yang" userId="fde125bdbd3178b7" providerId="LiveId" clId="{4E862FEB-06A2-45DA-AE06-0E6899683E3C}" dt="2026-06-02T11:18:43.924" v="981" actId="478"/>
          <ac:graphicFrameMkLst>
            <pc:docMk/>
            <pc:sldMk cId="0" sldId="1861"/>
            <ac:graphicFrameMk id="2" creationId="{2CC6F106-2AED-F5CE-B9B8-29F8B926CF83}"/>
          </ac:graphicFrameMkLst>
        </pc:graphicFrameChg>
        <pc:graphicFrameChg chg="add mod modGraphic">
          <ac:chgData name="jiahan yang" userId="fde125bdbd3178b7" providerId="LiveId" clId="{4E862FEB-06A2-45DA-AE06-0E6899683E3C}" dt="2026-06-02T12:05:12.835" v="1396" actId="948"/>
          <ac:graphicFrameMkLst>
            <pc:docMk/>
            <pc:sldMk cId="0" sldId="1861"/>
            <ac:graphicFrameMk id="3" creationId="{0F4FE9AF-608D-C222-33F5-87554C5B32FC}"/>
          </ac:graphicFrameMkLst>
        </pc:graphicFrameChg>
      </pc:sldChg>
      <pc:sldChg chg="modSp add mod modAnim">
        <pc:chgData name="jiahan yang" userId="fde125bdbd3178b7" providerId="LiveId" clId="{4E862FEB-06A2-45DA-AE06-0E6899683E3C}" dt="2026-06-02T10:12:52.404" v="782" actId="207"/>
        <pc:sldMkLst>
          <pc:docMk/>
          <pc:sldMk cId="2273798508" sldId="1887"/>
        </pc:sldMkLst>
        <pc:spChg chg="mod">
          <ac:chgData name="jiahan yang" userId="fde125bdbd3178b7" providerId="LiveId" clId="{4E862FEB-06A2-45DA-AE06-0E6899683E3C}" dt="2026-06-02T10:12:52.404" v="782" actId="207"/>
          <ac:spMkLst>
            <pc:docMk/>
            <pc:sldMk cId="2273798508" sldId="1887"/>
            <ac:spMk id="4" creationId="{019AE855-48D9-ABF7-73D1-B3FA40D84ABA}"/>
          </ac:spMkLst>
        </pc:spChg>
        <pc:spChg chg="mod">
          <ac:chgData name="jiahan yang" userId="fde125bdbd3178b7" providerId="LiveId" clId="{4E862FEB-06A2-45DA-AE06-0E6899683E3C}" dt="2026-06-02T10:08:28.370" v="770" actId="1076"/>
          <ac:spMkLst>
            <pc:docMk/>
            <pc:sldMk cId="2273798508" sldId="1887"/>
            <ac:spMk id="24" creationId="{363460B1-8B44-E06B-BA12-610D0FA7B026}"/>
          </ac:spMkLst>
        </pc:spChg>
        <pc:spChg chg="mod">
          <ac:chgData name="jiahan yang" userId="fde125bdbd3178b7" providerId="LiveId" clId="{4E862FEB-06A2-45DA-AE06-0E6899683E3C}" dt="2026-06-02T10:08:28.846" v="771" actId="1076"/>
          <ac:spMkLst>
            <pc:docMk/>
            <pc:sldMk cId="2273798508" sldId="1887"/>
            <ac:spMk id="49" creationId="{2E87D5F0-E47F-F616-E584-55F2B9C6A183}"/>
          </ac:spMkLst>
        </pc:spChg>
        <pc:spChg chg="mod">
          <ac:chgData name="jiahan yang" userId="fde125bdbd3178b7" providerId="LiveId" clId="{4E862FEB-06A2-45DA-AE06-0E6899683E3C}" dt="2026-06-02T10:08:28.846" v="771" actId="1076"/>
          <ac:spMkLst>
            <pc:docMk/>
            <pc:sldMk cId="2273798508" sldId="1887"/>
            <ac:spMk id="51" creationId="{C9232503-6B25-5751-8BDE-5D474874826C}"/>
          </ac:spMkLst>
        </pc:spChg>
        <pc:spChg chg="mod">
          <ac:chgData name="jiahan yang" userId="fde125bdbd3178b7" providerId="LiveId" clId="{4E862FEB-06A2-45DA-AE06-0E6899683E3C}" dt="2026-06-02T10:12:05.380" v="774" actId="207"/>
          <ac:spMkLst>
            <pc:docMk/>
            <pc:sldMk cId="2273798508" sldId="1887"/>
            <ac:spMk id="52" creationId="{F9F4A5F1-D255-F306-B829-3CD79D5AF849}"/>
          </ac:spMkLst>
        </pc:spChg>
        <pc:spChg chg="mod">
          <ac:chgData name="jiahan yang" userId="fde125bdbd3178b7" providerId="LiveId" clId="{4E862FEB-06A2-45DA-AE06-0E6899683E3C}" dt="2026-06-02T10:12:27.761" v="778" actId="207"/>
          <ac:spMkLst>
            <pc:docMk/>
            <pc:sldMk cId="2273798508" sldId="1887"/>
            <ac:spMk id="53" creationId="{91E61394-7F32-9654-AA07-2919A27F3313}"/>
          </ac:spMkLst>
        </pc:spChg>
        <pc:spChg chg="mod">
          <ac:chgData name="jiahan yang" userId="fde125bdbd3178b7" providerId="LiveId" clId="{4E862FEB-06A2-45DA-AE06-0E6899683E3C}" dt="2026-06-02T10:12:37.945" v="780" actId="207"/>
          <ac:spMkLst>
            <pc:docMk/>
            <pc:sldMk cId="2273798508" sldId="1887"/>
            <ac:spMk id="56" creationId="{C51BB6FD-396B-D785-68AF-CEEF37C080AD}"/>
          </ac:spMkLst>
        </pc:spChg>
        <pc:spChg chg="mod">
          <ac:chgData name="jiahan yang" userId="fde125bdbd3178b7" providerId="LiveId" clId="{4E862FEB-06A2-45DA-AE06-0E6899683E3C}" dt="2026-06-02T10:08:28.846" v="771" actId="1076"/>
          <ac:spMkLst>
            <pc:docMk/>
            <pc:sldMk cId="2273798508" sldId="1887"/>
            <ac:spMk id="64" creationId="{823CE0CC-C9C5-D8C9-86A2-63067AF92CF0}"/>
          </ac:spMkLst>
        </pc:spChg>
        <pc:spChg chg="mod">
          <ac:chgData name="jiahan yang" userId="fde125bdbd3178b7" providerId="LiveId" clId="{4E862FEB-06A2-45DA-AE06-0E6899683E3C}" dt="2026-06-02T10:08:28.370" v="770" actId="1076"/>
          <ac:spMkLst>
            <pc:docMk/>
            <pc:sldMk cId="2273798508" sldId="1887"/>
            <ac:spMk id="72" creationId="{3AEF4E97-0C67-F7D5-04CA-14E72FD45005}"/>
          </ac:spMkLst>
        </pc:spChg>
        <pc:spChg chg="mod">
          <ac:chgData name="jiahan yang" userId="fde125bdbd3178b7" providerId="LiveId" clId="{4E862FEB-06A2-45DA-AE06-0E6899683E3C}" dt="2026-06-02T10:12:17.544" v="776" actId="207"/>
          <ac:spMkLst>
            <pc:docMk/>
            <pc:sldMk cId="2273798508" sldId="1887"/>
            <ac:spMk id="74" creationId="{D72B1E69-555D-6A8E-CB0C-C4960F055E2F}"/>
          </ac:spMkLst>
        </pc:spChg>
        <pc:cxnChg chg="mod">
          <ac:chgData name="jiahan yang" userId="fde125bdbd3178b7" providerId="LiveId" clId="{4E862FEB-06A2-45DA-AE06-0E6899683E3C}" dt="2026-06-02T10:07:49.912" v="763" actId="1076"/>
          <ac:cxnSpMkLst>
            <pc:docMk/>
            <pc:sldMk cId="2273798508" sldId="1887"/>
            <ac:cxnSpMk id="20" creationId="{7C49F66B-2831-D800-4F9B-045E1F4BFACC}"/>
          </ac:cxnSpMkLst>
        </pc:cxnChg>
        <pc:cxnChg chg="mod">
          <ac:chgData name="jiahan yang" userId="fde125bdbd3178b7" providerId="LiveId" clId="{4E862FEB-06A2-45DA-AE06-0E6899683E3C}" dt="2026-06-02T10:08:28.370" v="770" actId="1076"/>
          <ac:cxnSpMkLst>
            <pc:docMk/>
            <pc:sldMk cId="2273798508" sldId="1887"/>
            <ac:cxnSpMk id="29" creationId="{5F2573F1-7D2C-95DD-869A-2C41768A2A25}"/>
          </ac:cxnSpMkLst>
        </pc:cxnChg>
        <pc:cxnChg chg="mod">
          <ac:chgData name="jiahan yang" userId="fde125bdbd3178b7" providerId="LiveId" clId="{4E862FEB-06A2-45DA-AE06-0E6899683E3C}" dt="2026-06-02T10:08:28.846" v="771" actId="1076"/>
          <ac:cxnSpMkLst>
            <pc:docMk/>
            <pc:sldMk cId="2273798508" sldId="1887"/>
            <ac:cxnSpMk id="50" creationId="{8BCBC5E0-E9D6-0FB4-BD39-693253A5014D}"/>
          </ac:cxnSpMkLst>
        </pc:cxnChg>
      </pc:sldChg>
      <pc:sldChg chg="modSp add mod">
        <pc:chgData name="jiahan yang" userId="fde125bdbd3178b7" providerId="LiveId" clId="{4E862FEB-06A2-45DA-AE06-0E6899683E3C}" dt="2026-06-02T11:15:04.521" v="927"/>
        <pc:sldMkLst>
          <pc:docMk/>
          <pc:sldMk cId="821205555" sldId="1888"/>
        </pc:sldMkLst>
        <pc:spChg chg="mod">
          <ac:chgData name="jiahan yang" userId="fde125bdbd3178b7" providerId="LiveId" clId="{4E862FEB-06A2-45DA-AE06-0E6899683E3C}" dt="2026-06-02T11:13:33.885" v="926" actId="20577"/>
          <ac:spMkLst>
            <pc:docMk/>
            <pc:sldMk cId="821205555" sldId="1888"/>
            <ac:spMk id="6" creationId="{AE4856BC-2315-BE60-657F-A200842BBECB}"/>
          </ac:spMkLst>
        </pc:spChg>
        <pc:spChg chg="mod">
          <ac:chgData name="jiahan yang" userId="fde125bdbd3178b7" providerId="LiveId" clId="{4E862FEB-06A2-45DA-AE06-0E6899683E3C}" dt="2026-06-02T11:15:04.521" v="927"/>
          <ac:spMkLst>
            <pc:docMk/>
            <pc:sldMk cId="821205555" sldId="1888"/>
            <ac:spMk id="55" creationId="{B7BF1991-BA02-3C3B-05D9-A78DCDE5E038}"/>
          </ac:spMkLst>
        </pc:spChg>
      </pc:sldChg>
      <pc:sldChg chg="modSp add mod">
        <pc:chgData name="jiahan yang" userId="fde125bdbd3178b7" providerId="LiveId" clId="{4E862FEB-06A2-45DA-AE06-0E6899683E3C}" dt="2026-06-02T12:06:01.721" v="1400" actId="948"/>
        <pc:sldMkLst>
          <pc:docMk/>
          <pc:sldMk cId="1615453487" sldId="1889"/>
        </pc:sldMkLst>
        <pc:graphicFrameChg chg="mod modGraphic">
          <ac:chgData name="jiahan yang" userId="fde125bdbd3178b7" providerId="LiveId" clId="{4E862FEB-06A2-45DA-AE06-0E6899683E3C}" dt="2026-06-02T12:06:01.721" v="1400" actId="948"/>
          <ac:graphicFrameMkLst>
            <pc:docMk/>
            <pc:sldMk cId="1615453487" sldId="1889"/>
            <ac:graphicFrameMk id="3" creationId="{1F1AE932-3D7B-2912-1E14-316508B51953}"/>
          </ac:graphicFrameMkLst>
        </pc:graphicFrameChg>
      </pc:sldChg>
      <pc:sldChg chg="addSp delSp modSp add mod modAnim">
        <pc:chgData name="jiahan yang" userId="fde125bdbd3178b7" providerId="LiveId" clId="{4E862FEB-06A2-45DA-AE06-0E6899683E3C}" dt="2026-06-02T13:38:29.484" v="1546"/>
        <pc:sldMkLst>
          <pc:docMk/>
          <pc:sldMk cId="2282770143" sldId="1890"/>
        </pc:sldMkLst>
        <pc:spChg chg="del">
          <ac:chgData name="jiahan yang" userId="fde125bdbd3178b7" providerId="LiveId" clId="{4E862FEB-06A2-45DA-AE06-0E6899683E3C}" dt="2026-06-02T13:27:47.829" v="1481" actId="478"/>
          <ac:spMkLst>
            <pc:docMk/>
            <pc:sldMk cId="2282770143" sldId="1890"/>
            <ac:spMk id="21" creationId="{9EEA0A7A-30A7-9540-E785-96EDC9EAEC6E}"/>
          </ac:spMkLst>
        </pc:spChg>
        <pc:spChg chg="add del mod">
          <ac:chgData name="jiahan yang" userId="fde125bdbd3178b7" providerId="LiveId" clId="{4E862FEB-06A2-45DA-AE06-0E6899683E3C}" dt="2026-06-02T13:34:00.724" v="1529" actId="1076"/>
          <ac:spMkLst>
            <pc:docMk/>
            <pc:sldMk cId="2282770143" sldId="1890"/>
            <ac:spMk id="23" creationId="{4C5FE568-58A6-6BC2-F9BF-4E52C9F87E96}"/>
          </ac:spMkLst>
        </pc:spChg>
        <pc:spChg chg="del">
          <ac:chgData name="jiahan yang" userId="fde125bdbd3178b7" providerId="LiveId" clId="{4E862FEB-06A2-45DA-AE06-0E6899683E3C}" dt="2026-06-02T13:27:49.288" v="1482" actId="478"/>
          <ac:spMkLst>
            <pc:docMk/>
            <pc:sldMk cId="2282770143" sldId="1890"/>
            <ac:spMk id="25" creationId="{3F917E86-B78B-BA4F-40B1-6627D96E38B8}"/>
          </ac:spMkLst>
        </pc:spChg>
        <pc:spChg chg="del">
          <ac:chgData name="jiahan yang" userId="fde125bdbd3178b7" providerId="LiveId" clId="{4E862FEB-06A2-45DA-AE06-0E6899683E3C}" dt="2026-06-02T13:27:50.879" v="1483" actId="478"/>
          <ac:spMkLst>
            <pc:docMk/>
            <pc:sldMk cId="2282770143" sldId="1890"/>
            <ac:spMk id="27" creationId="{3C36A66F-5F02-A176-C372-D98950D54885}"/>
          </ac:spMkLst>
        </pc:spChg>
        <pc:picChg chg="del">
          <ac:chgData name="jiahan yang" userId="fde125bdbd3178b7" providerId="LiveId" clId="{4E862FEB-06A2-45DA-AE06-0E6899683E3C}" dt="2026-06-02T13:27:44.907" v="1479" actId="478"/>
          <ac:picMkLst>
            <pc:docMk/>
            <pc:sldMk cId="2282770143" sldId="1890"/>
            <ac:picMk id="4" creationId="{340E4A78-CD06-8985-19B9-83138AB8CE8F}"/>
          </ac:picMkLst>
        </pc:picChg>
        <pc:picChg chg="add mod">
          <ac:chgData name="jiahan yang" userId="fde125bdbd3178b7" providerId="LiveId" clId="{4E862FEB-06A2-45DA-AE06-0E6899683E3C}" dt="2026-06-02T13:33:42.812" v="1526" actId="1076"/>
          <ac:picMkLst>
            <pc:docMk/>
            <pc:sldMk cId="2282770143" sldId="1890"/>
            <ac:picMk id="5" creationId="{B38ECCEA-F1C0-D349-314A-2314F1558BDE}"/>
          </ac:picMkLst>
        </pc:picChg>
        <pc:picChg chg="del">
          <ac:chgData name="jiahan yang" userId="fde125bdbd3178b7" providerId="LiveId" clId="{4E862FEB-06A2-45DA-AE06-0E6899683E3C}" dt="2026-06-02T13:27:45.961" v="1480" actId="478"/>
          <ac:picMkLst>
            <pc:docMk/>
            <pc:sldMk cId="2282770143" sldId="1890"/>
            <ac:picMk id="6" creationId="{C6A5EC52-CB9D-302B-5968-EDB20615F4DD}"/>
          </ac:picMkLst>
        </pc:picChg>
        <pc:picChg chg="add mod">
          <ac:chgData name="jiahan yang" userId="fde125bdbd3178b7" providerId="LiveId" clId="{4E862FEB-06A2-45DA-AE06-0E6899683E3C}" dt="2026-06-02T13:33:57.266" v="1528" actId="1076"/>
          <ac:picMkLst>
            <pc:docMk/>
            <pc:sldMk cId="2282770143" sldId="1890"/>
            <ac:picMk id="8" creationId="{5F5A63F3-F3FE-5449-BA8B-2AA363A0A5B0}"/>
          </ac:picMkLst>
        </pc:picChg>
        <pc:picChg chg="add mod">
          <ac:chgData name="jiahan yang" userId="fde125bdbd3178b7" providerId="LiveId" clId="{4E862FEB-06A2-45DA-AE06-0E6899683E3C}" dt="2026-06-02T13:33:36.458" v="1524" actId="1076"/>
          <ac:picMkLst>
            <pc:docMk/>
            <pc:sldMk cId="2282770143" sldId="1890"/>
            <ac:picMk id="10" creationId="{5CDD837B-C101-572D-D364-F55A2B3C4F83}"/>
          </ac:picMkLst>
        </pc:picChg>
        <pc:picChg chg="add mod">
          <ac:chgData name="jiahan yang" userId="fde125bdbd3178b7" providerId="LiveId" clId="{4E862FEB-06A2-45DA-AE06-0E6899683E3C}" dt="2026-06-02T13:33:15.735" v="1517" actId="1076"/>
          <ac:picMkLst>
            <pc:docMk/>
            <pc:sldMk cId="2282770143" sldId="1890"/>
            <ac:picMk id="12" creationId="{FDFFA738-DAC5-DD67-F608-2FDC5BAEE392}"/>
          </ac:picMkLst>
        </pc:picChg>
      </pc:sldChg>
      <pc:sldMasterChg chg="setBg delSldLayout modSldLayout">
        <pc:chgData name="jiahan yang" userId="fde125bdbd3178b7" providerId="LiveId" clId="{4E862FEB-06A2-45DA-AE06-0E6899683E3C}" dt="2026-06-02T13:34:41.596" v="1540" actId="47"/>
        <pc:sldMasterMkLst>
          <pc:docMk/>
          <pc:sldMasterMk cId="0" sldId="2147483648"/>
        </pc:sldMasterMkLst>
        <pc:sldLayoutChg chg="setBg">
          <pc:chgData name="jiahan yang" userId="fde125bdbd3178b7" providerId="LiveId" clId="{4E862FEB-06A2-45DA-AE06-0E6899683E3C}" dt="2026-06-02T06:56:41.609" v="175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jiahan yang" userId="fde125bdbd3178b7" providerId="LiveId" clId="{4E862FEB-06A2-45DA-AE06-0E6899683E3C}" dt="2026-06-02T06:56:41.609" v="175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jiahan yang" userId="fde125bdbd3178b7" providerId="LiveId" clId="{4E862FEB-06A2-45DA-AE06-0E6899683E3C}" dt="2026-06-02T06:56:41.609" v="175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jiahan yang" userId="fde125bdbd3178b7" providerId="LiveId" clId="{4E862FEB-06A2-45DA-AE06-0E6899683E3C}" dt="2026-06-02T06:56:41.609" v="175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jiahan yang" userId="fde125bdbd3178b7" providerId="LiveId" clId="{4E862FEB-06A2-45DA-AE06-0E6899683E3C}" dt="2026-06-02T06:56:41.609" v="175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jiahan yang" userId="fde125bdbd3178b7" providerId="LiveId" clId="{4E862FEB-06A2-45DA-AE06-0E6899683E3C}" dt="2026-06-02T06:56:41.609" v="175"/>
          <pc:sldLayoutMkLst>
            <pc:docMk/>
            <pc:sldMasterMk cId="0" sldId="2147483648"/>
            <pc:sldLayoutMk cId="0" sldId="2147483654"/>
          </pc:sldLayoutMkLst>
        </pc:sldLayoutChg>
        <pc:sldLayoutChg chg="del setBg">
          <pc:chgData name="jiahan yang" userId="fde125bdbd3178b7" providerId="LiveId" clId="{4E862FEB-06A2-45DA-AE06-0E6899683E3C}" dt="2026-06-02T13:34:41.596" v="1540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1216A-7A78-4F6E-AA82-29CFEC3443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DDCEE-B938-4AE8-98CF-EB91900D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6B68A-6829-4462-AE1C-23173783F840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69E05-33B4-4031-B6A0-786CF90A18A7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69E05-33B4-4031-B6A0-786CF90A18A7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69E05-33B4-4031-B6A0-786CF90A18A7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69E05-33B4-4031-B6A0-786CF90A18A7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183C-814A-96D6-96AE-7F25185A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D7E4E5-297B-80C3-1924-1CB005BC3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A7A498-2486-91EE-9C87-E39DE2D5B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6C3F5C-8BE4-8B5D-220C-11D7473463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69E05-33B4-4031-B6A0-786CF90A18A7}" type="slidenum">
              <a:rPr lang="zh-CN" altLang="en-US" smtClean="0">
                <a:solidFill>
                  <a:prstClr val="black"/>
                </a:solidFill>
              </a:rPr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671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6B68A-6829-4462-AE1C-23173783F840}" type="slidenum">
              <a:rPr lang="zh-CN" altLang="en-US" smtClean="0">
                <a:solidFill>
                  <a:prstClr val="black"/>
                </a:solidFill>
              </a:rPr>
              <a:t>23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任意多边形 53"/>
          <p:cNvSpPr/>
          <p:nvPr userDrawn="1"/>
        </p:nvSpPr>
        <p:spPr bwMode="auto">
          <a:xfrm>
            <a:off x="7817182" y="-1"/>
            <a:ext cx="4374818" cy="1803842"/>
          </a:xfrm>
          <a:custGeom>
            <a:avLst/>
            <a:gdLst>
              <a:gd name="connsiteX0" fmla="*/ 838917 w 4374818"/>
              <a:gd name="connsiteY0" fmla="*/ 0 h 1803842"/>
              <a:gd name="connsiteX1" fmla="*/ 4374818 w 4374818"/>
              <a:gd name="connsiteY1" fmla="*/ 0 h 1803842"/>
              <a:gd name="connsiteX2" fmla="*/ 4374818 w 4374818"/>
              <a:gd name="connsiteY2" fmla="*/ 533016 h 1803842"/>
              <a:gd name="connsiteX3" fmla="*/ 4238639 w 4374818"/>
              <a:gd name="connsiteY3" fmla="*/ 567096 h 1803842"/>
              <a:gd name="connsiteX4" fmla="*/ 4054766 w 4374818"/>
              <a:gd name="connsiteY4" fmla="*/ 605414 h 1803842"/>
              <a:gd name="connsiteX5" fmla="*/ 3771297 w 4374818"/>
              <a:gd name="connsiteY5" fmla="*/ 861182 h 1803842"/>
              <a:gd name="connsiteX6" fmla="*/ 3649673 w 4374818"/>
              <a:gd name="connsiteY6" fmla="*/ 1172510 h 1803842"/>
              <a:gd name="connsiteX7" fmla="*/ 3534753 w 4374818"/>
              <a:gd name="connsiteY7" fmla="*/ 1482880 h 1803842"/>
              <a:gd name="connsiteX8" fmla="*/ 3380568 w 4374818"/>
              <a:gd name="connsiteY8" fmla="*/ 1688836 h 1803842"/>
              <a:gd name="connsiteX9" fmla="*/ 3103802 w 4374818"/>
              <a:gd name="connsiteY9" fmla="*/ 1798998 h 1803842"/>
              <a:gd name="connsiteX10" fmla="*/ 2562720 w 4374818"/>
              <a:gd name="connsiteY10" fmla="*/ 1699373 h 1803842"/>
              <a:gd name="connsiteX11" fmla="*/ 2259139 w 4374818"/>
              <a:gd name="connsiteY11" fmla="*/ 1456058 h 1803842"/>
              <a:gd name="connsiteX12" fmla="*/ 2011103 w 4374818"/>
              <a:gd name="connsiteY12" fmla="*/ 1169636 h 1803842"/>
              <a:gd name="connsiteX13" fmla="*/ 1725718 w 4374818"/>
              <a:gd name="connsiteY13" fmla="*/ 919616 h 1803842"/>
              <a:gd name="connsiteX14" fmla="*/ 1209535 w 4374818"/>
              <a:gd name="connsiteY14" fmla="*/ 798916 h 1803842"/>
              <a:gd name="connsiteX15" fmla="*/ 930853 w 4374818"/>
              <a:gd name="connsiteY15" fmla="*/ 832444 h 1803842"/>
              <a:gd name="connsiteX16" fmla="*/ 467342 w 4374818"/>
              <a:gd name="connsiteY16" fmla="*/ 800832 h 1803842"/>
              <a:gd name="connsiteX17" fmla="*/ 69910 w 4374818"/>
              <a:gd name="connsiteY17" fmla="*/ 411911 h 1803842"/>
              <a:gd name="connsiteX18" fmla="*/ 0 w 4374818"/>
              <a:gd name="connsiteY18" fmla="*/ 21075 h 1803842"/>
              <a:gd name="connsiteX19" fmla="*/ 958 w 4374818"/>
              <a:gd name="connsiteY19" fmla="*/ 9579 h 1803842"/>
              <a:gd name="connsiteX20" fmla="*/ 3831 w 4374818"/>
              <a:gd name="connsiteY20" fmla="*/ 4790 h 1803842"/>
              <a:gd name="connsiteX21" fmla="*/ 21069 w 4374818"/>
              <a:gd name="connsiteY21" fmla="*/ 3832 h 1803842"/>
              <a:gd name="connsiteX22" fmla="*/ 810187 w 4374818"/>
              <a:gd name="connsiteY22" fmla="*/ 1916 h 1803842"/>
              <a:gd name="connsiteX23" fmla="*/ 838917 w 4374818"/>
              <a:gd name="connsiteY23" fmla="*/ 0 h 180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74818" h="1803842">
                <a:moveTo>
                  <a:pt x="838917" y="0"/>
                </a:moveTo>
                <a:lnTo>
                  <a:pt x="4374818" y="0"/>
                </a:lnTo>
                <a:lnTo>
                  <a:pt x="4374818" y="533016"/>
                </a:lnTo>
                <a:lnTo>
                  <a:pt x="4238639" y="567096"/>
                </a:lnTo>
                <a:cubicBezTo>
                  <a:pt x="4177348" y="578592"/>
                  <a:pt x="4114142" y="586255"/>
                  <a:pt x="4054766" y="605414"/>
                </a:cubicBezTo>
                <a:cubicBezTo>
                  <a:pt x="3923566" y="647563"/>
                  <a:pt x="3835461" y="742398"/>
                  <a:pt x="3771297" y="861182"/>
                </a:cubicBezTo>
                <a:cubicBezTo>
                  <a:pt x="3717668" y="959849"/>
                  <a:pt x="3684149" y="1067137"/>
                  <a:pt x="3649673" y="1172510"/>
                </a:cubicBezTo>
                <a:cubicBezTo>
                  <a:pt x="3615197" y="1277883"/>
                  <a:pt x="3583594" y="1383255"/>
                  <a:pt x="3534753" y="1482880"/>
                </a:cubicBezTo>
                <a:cubicBezTo>
                  <a:pt x="3496446" y="1561431"/>
                  <a:pt x="3448563" y="1632318"/>
                  <a:pt x="3380568" y="1688836"/>
                </a:cubicBezTo>
                <a:cubicBezTo>
                  <a:pt x="3301082" y="1754933"/>
                  <a:pt x="3206273" y="1789419"/>
                  <a:pt x="3103802" y="1798998"/>
                </a:cubicBezTo>
                <a:cubicBezTo>
                  <a:pt x="2915142" y="1816241"/>
                  <a:pt x="2732227" y="1788461"/>
                  <a:pt x="2562720" y="1699373"/>
                </a:cubicBezTo>
                <a:cubicBezTo>
                  <a:pt x="2444926" y="1638066"/>
                  <a:pt x="2346287" y="1553767"/>
                  <a:pt x="2259139" y="1456058"/>
                </a:cubicBezTo>
                <a:cubicBezTo>
                  <a:pt x="2174864" y="1362181"/>
                  <a:pt x="2094420" y="1265430"/>
                  <a:pt x="2011103" y="1169636"/>
                </a:cubicBezTo>
                <a:cubicBezTo>
                  <a:pt x="1926828" y="1073843"/>
                  <a:pt x="1834892" y="985713"/>
                  <a:pt x="1725718" y="919616"/>
                </a:cubicBezTo>
                <a:cubicBezTo>
                  <a:pt x="1566745" y="822864"/>
                  <a:pt x="1393407" y="787421"/>
                  <a:pt x="1209535" y="798916"/>
                </a:cubicBezTo>
                <a:cubicBezTo>
                  <a:pt x="1116641" y="805622"/>
                  <a:pt x="1023747" y="820949"/>
                  <a:pt x="930853" y="832444"/>
                </a:cubicBezTo>
                <a:cubicBezTo>
                  <a:pt x="773796" y="852560"/>
                  <a:pt x="618654" y="852560"/>
                  <a:pt x="467342" y="800832"/>
                </a:cubicBezTo>
                <a:cubicBezTo>
                  <a:pt x="272936" y="734735"/>
                  <a:pt x="144608" y="599666"/>
                  <a:pt x="69910" y="411911"/>
                </a:cubicBezTo>
                <a:cubicBezTo>
                  <a:pt x="20111" y="286422"/>
                  <a:pt x="0" y="156143"/>
                  <a:pt x="0" y="21075"/>
                </a:cubicBezTo>
                <a:cubicBezTo>
                  <a:pt x="958" y="17243"/>
                  <a:pt x="958" y="13411"/>
                  <a:pt x="958" y="9579"/>
                </a:cubicBezTo>
                <a:cubicBezTo>
                  <a:pt x="958" y="8621"/>
                  <a:pt x="1916" y="7663"/>
                  <a:pt x="3831" y="4790"/>
                </a:cubicBezTo>
                <a:cubicBezTo>
                  <a:pt x="8619" y="4790"/>
                  <a:pt x="15323" y="3832"/>
                  <a:pt x="21069" y="3832"/>
                </a:cubicBezTo>
                <a:cubicBezTo>
                  <a:pt x="284428" y="3832"/>
                  <a:pt x="547786" y="2874"/>
                  <a:pt x="810187" y="1916"/>
                </a:cubicBezTo>
                <a:cubicBezTo>
                  <a:pt x="819764" y="1916"/>
                  <a:pt x="829341" y="958"/>
                  <a:pt x="838917" y="0"/>
                </a:cubicBezTo>
                <a:close/>
              </a:path>
            </a:pathLst>
          </a:custGeom>
          <a:solidFill>
            <a:srgbClr val="DED5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30" name="Freeform 8"/>
          <p:cNvSpPr/>
          <p:nvPr userDrawn="1"/>
        </p:nvSpPr>
        <p:spPr bwMode="auto">
          <a:xfrm>
            <a:off x="6566974" y="0"/>
            <a:ext cx="1897082" cy="877472"/>
          </a:xfrm>
          <a:custGeom>
            <a:avLst/>
            <a:gdLst>
              <a:gd name="T0" fmla="*/ 2003 w 2003"/>
              <a:gd name="T1" fmla="*/ 4 h 926"/>
              <a:gd name="T2" fmla="*/ 1241 w 2003"/>
              <a:gd name="T3" fmla="*/ 799 h 926"/>
              <a:gd name="T4" fmla="*/ 17 w 2003"/>
              <a:gd name="T5" fmla="*/ 67 h 926"/>
              <a:gd name="T6" fmla="*/ 3 w 2003"/>
              <a:gd name="T7" fmla="*/ 16 h 926"/>
              <a:gd name="T8" fmla="*/ 13 w 2003"/>
              <a:gd name="T9" fmla="*/ 4 h 926"/>
              <a:gd name="T10" fmla="*/ 21 w 2003"/>
              <a:gd name="T11" fmla="*/ 4 h 926"/>
              <a:gd name="T12" fmla="*/ 2003 w 2003"/>
              <a:gd name="T13" fmla="*/ 4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3" h="926">
                <a:moveTo>
                  <a:pt x="2003" y="4"/>
                </a:moveTo>
                <a:cubicBezTo>
                  <a:pt x="1931" y="389"/>
                  <a:pt x="1623" y="710"/>
                  <a:pt x="1241" y="799"/>
                </a:cubicBezTo>
                <a:cubicBezTo>
                  <a:pt x="696" y="926"/>
                  <a:pt x="162" y="606"/>
                  <a:pt x="17" y="67"/>
                </a:cubicBezTo>
                <a:cubicBezTo>
                  <a:pt x="12" y="50"/>
                  <a:pt x="8" y="33"/>
                  <a:pt x="3" y="16"/>
                </a:cubicBezTo>
                <a:cubicBezTo>
                  <a:pt x="3" y="9"/>
                  <a:pt x="0" y="0"/>
                  <a:pt x="13" y="4"/>
                </a:cubicBezTo>
                <a:cubicBezTo>
                  <a:pt x="15" y="4"/>
                  <a:pt x="18" y="4"/>
                  <a:pt x="21" y="4"/>
                </a:cubicBezTo>
                <a:cubicBezTo>
                  <a:pt x="681" y="4"/>
                  <a:pt x="1342" y="4"/>
                  <a:pt x="2003" y="4"/>
                </a:cubicBezTo>
                <a:close/>
              </a:path>
            </a:pathLst>
          </a:custGeom>
          <a:solidFill>
            <a:srgbClr val="E6DFD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任意多边形 47"/>
          <p:cNvSpPr/>
          <p:nvPr userDrawn="1"/>
        </p:nvSpPr>
        <p:spPr bwMode="auto">
          <a:xfrm>
            <a:off x="7817179" y="3790"/>
            <a:ext cx="646875" cy="631410"/>
          </a:xfrm>
          <a:custGeom>
            <a:avLst/>
            <a:gdLst>
              <a:gd name="connsiteX0" fmla="*/ 554574 w 554574"/>
              <a:gd name="connsiteY0" fmla="*/ 0 h 541316"/>
              <a:gd name="connsiteX1" fmla="*/ 252509 w 554574"/>
              <a:gd name="connsiteY1" fmla="*/ 492190 h 541316"/>
              <a:gd name="connsiteX2" fmla="*/ 180290 w 554574"/>
              <a:gd name="connsiteY2" fmla="*/ 541316 h 541316"/>
              <a:gd name="connsiteX3" fmla="*/ 116751 w 554574"/>
              <a:gd name="connsiteY3" fmla="*/ 461923 h 541316"/>
              <a:gd name="connsiteX4" fmla="*/ 59934 w 554574"/>
              <a:gd name="connsiteY4" fmla="*/ 349886 h 541316"/>
              <a:gd name="connsiteX5" fmla="*/ 0 w 554574"/>
              <a:gd name="connsiteY5" fmla="*/ 14817 h 541316"/>
              <a:gd name="connsiteX6" fmla="*/ 821 w 554574"/>
              <a:gd name="connsiteY6" fmla="*/ 4962 h 541316"/>
              <a:gd name="connsiteX7" fmla="*/ 3284 w 554574"/>
              <a:gd name="connsiteY7" fmla="*/ 856 h 541316"/>
              <a:gd name="connsiteX8" fmla="*/ 18062 w 554574"/>
              <a:gd name="connsiteY8" fmla="*/ 35 h 541316"/>
              <a:gd name="connsiteX9" fmla="*/ 32461 w 554574"/>
              <a:gd name="connsiteY9" fmla="*/ 0 h 541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4574" h="541316">
                <a:moveTo>
                  <a:pt x="554574" y="0"/>
                </a:moveTo>
                <a:cubicBezTo>
                  <a:pt x="518035" y="195480"/>
                  <a:pt x="406642" y="370650"/>
                  <a:pt x="252509" y="492190"/>
                </a:cubicBezTo>
                <a:lnTo>
                  <a:pt x="180290" y="541316"/>
                </a:lnTo>
                <a:lnTo>
                  <a:pt x="116751" y="461923"/>
                </a:lnTo>
                <a:cubicBezTo>
                  <a:pt x="94828" y="427546"/>
                  <a:pt x="75944" y="390128"/>
                  <a:pt x="59934" y="349886"/>
                </a:cubicBezTo>
                <a:cubicBezTo>
                  <a:pt x="17241" y="242303"/>
                  <a:pt x="0" y="130613"/>
                  <a:pt x="0" y="14817"/>
                </a:cubicBezTo>
                <a:cubicBezTo>
                  <a:pt x="821" y="11532"/>
                  <a:pt x="821" y="8247"/>
                  <a:pt x="821" y="4962"/>
                </a:cubicBezTo>
                <a:cubicBezTo>
                  <a:pt x="821" y="4141"/>
                  <a:pt x="1642" y="3320"/>
                  <a:pt x="3284" y="856"/>
                </a:cubicBezTo>
                <a:cubicBezTo>
                  <a:pt x="7389" y="856"/>
                  <a:pt x="13136" y="35"/>
                  <a:pt x="18062" y="35"/>
                </a:cubicBezTo>
                <a:lnTo>
                  <a:pt x="32461" y="0"/>
                </a:lnTo>
                <a:close/>
              </a:path>
            </a:pathLst>
          </a:custGeom>
          <a:solidFill>
            <a:srgbClr val="DBD0C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/>
        </p:nvGrpSpPr>
        <p:grpSpPr>
          <a:xfrm rot="5400000">
            <a:off x="2365538" y="1985460"/>
            <a:ext cx="2508701" cy="7239785"/>
            <a:chOff x="9992946" y="511810"/>
            <a:chExt cx="2199056" cy="6346190"/>
          </a:xfrm>
        </p:grpSpPr>
        <p:sp>
          <p:nvSpPr>
            <p:cNvPr id="50" name="任意多边形 49"/>
            <p:cNvSpPr/>
            <p:nvPr/>
          </p:nvSpPr>
          <p:spPr bwMode="auto">
            <a:xfrm rot="16200000">
              <a:off x="9193154" y="3859154"/>
              <a:ext cx="3798638" cy="2199054"/>
            </a:xfrm>
            <a:custGeom>
              <a:avLst/>
              <a:gdLst>
                <a:gd name="connsiteX0" fmla="*/ 3797875 w 3798638"/>
                <a:gd name="connsiteY0" fmla="*/ 2075204 h 2199054"/>
                <a:gd name="connsiteX1" fmla="*/ 3794311 w 3798638"/>
                <a:gd name="connsiteY1" fmla="*/ 2153771 h 2199054"/>
                <a:gd name="connsiteX2" fmla="*/ 3784354 w 3798638"/>
                <a:gd name="connsiteY2" fmla="*/ 2199054 h 2199054"/>
                <a:gd name="connsiteX3" fmla="*/ 0 w 3798638"/>
                <a:gd name="connsiteY3" fmla="*/ 2199054 h 2199054"/>
                <a:gd name="connsiteX4" fmla="*/ 0 w 3798638"/>
                <a:gd name="connsiteY4" fmla="*/ 87415 h 2199054"/>
                <a:gd name="connsiteX5" fmla="*/ 526183 w 3798638"/>
                <a:gd name="connsiteY5" fmla="*/ 1719 h 2199054"/>
                <a:gd name="connsiteX6" fmla="*/ 1022195 w 3798638"/>
                <a:gd name="connsiteY6" fmla="*/ 225011 h 2199054"/>
                <a:gd name="connsiteX7" fmla="*/ 1181498 w 3798638"/>
                <a:gd name="connsiteY7" fmla="*/ 508652 h 2199054"/>
                <a:gd name="connsiteX8" fmla="*/ 1453038 w 3798638"/>
                <a:gd name="connsiteY8" fmla="*/ 775396 h 2199054"/>
                <a:gd name="connsiteX9" fmla="*/ 1684751 w 3798638"/>
                <a:gd name="connsiteY9" fmla="*/ 799535 h 2199054"/>
                <a:gd name="connsiteX10" fmla="*/ 2096284 w 3798638"/>
                <a:gd name="connsiteY10" fmla="*/ 754877 h 2199054"/>
                <a:gd name="connsiteX11" fmla="*/ 2404029 w 3798638"/>
                <a:gd name="connsiteY11" fmla="*/ 740393 h 2199054"/>
                <a:gd name="connsiteX12" fmla="*/ 2706946 w 3798638"/>
                <a:gd name="connsiteY12" fmla="*/ 876782 h 2199054"/>
                <a:gd name="connsiteX13" fmla="*/ 2807114 w 3798638"/>
                <a:gd name="connsiteY13" fmla="*/ 1118179 h 2199054"/>
                <a:gd name="connsiteX14" fmla="*/ 2826424 w 3798638"/>
                <a:gd name="connsiteY14" fmla="*/ 1368025 h 2199054"/>
                <a:gd name="connsiteX15" fmla="*/ 3002623 w 3798638"/>
                <a:gd name="connsiteY15" fmla="*/ 1652873 h 2199054"/>
                <a:gd name="connsiteX16" fmla="*/ 3271748 w 3798638"/>
                <a:gd name="connsiteY16" fmla="*/ 1754260 h 2199054"/>
                <a:gd name="connsiteX17" fmla="*/ 3589148 w 3798638"/>
                <a:gd name="connsiteY17" fmla="*/ 1841162 h 2199054"/>
                <a:gd name="connsiteX18" fmla="*/ 3674834 w 3798638"/>
                <a:gd name="connsiteY18" fmla="*/ 1883407 h 2199054"/>
                <a:gd name="connsiteX19" fmla="*/ 3797875 w 3798638"/>
                <a:gd name="connsiteY19" fmla="*/ 2075204 h 219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98638" h="2199054">
                  <a:moveTo>
                    <a:pt x="3797875" y="2075204"/>
                  </a:moveTo>
                  <a:cubicBezTo>
                    <a:pt x="3799667" y="2100362"/>
                    <a:pt x="3798233" y="2126614"/>
                    <a:pt x="3794311" y="2153771"/>
                  </a:cubicBezTo>
                  <a:lnTo>
                    <a:pt x="3784354" y="2199054"/>
                  </a:lnTo>
                  <a:lnTo>
                    <a:pt x="0" y="2199054"/>
                  </a:lnTo>
                  <a:lnTo>
                    <a:pt x="0" y="87415"/>
                  </a:lnTo>
                  <a:cubicBezTo>
                    <a:pt x="168958" y="23445"/>
                    <a:pt x="345157" y="-7937"/>
                    <a:pt x="526183" y="1719"/>
                  </a:cubicBezTo>
                  <a:cubicBezTo>
                    <a:pt x="719278" y="12582"/>
                    <a:pt x="889442" y="77759"/>
                    <a:pt x="1022195" y="225011"/>
                  </a:cubicBezTo>
                  <a:cubicBezTo>
                    <a:pt x="1095812" y="307086"/>
                    <a:pt x="1145293" y="403645"/>
                    <a:pt x="1181498" y="508652"/>
                  </a:cubicBezTo>
                  <a:cubicBezTo>
                    <a:pt x="1228565" y="641420"/>
                    <a:pt x="1314251" y="736772"/>
                    <a:pt x="1453038" y="775396"/>
                  </a:cubicBezTo>
                  <a:cubicBezTo>
                    <a:pt x="1529069" y="797121"/>
                    <a:pt x="1606306" y="805570"/>
                    <a:pt x="1684751" y="799535"/>
                  </a:cubicBezTo>
                  <a:cubicBezTo>
                    <a:pt x="1822331" y="787465"/>
                    <a:pt x="1958704" y="770568"/>
                    <a:pt x="2096284" y="754877"/>
                  </a:cubicBezTo>
                  <a:cubicBezTo>
                    <a:pt x="2198866" y="744014"/>
                    <a:pt x="2301447" y="733151"/>
                    <a:pt x="2404029" y="740393"/>
                  </a:cubicBezTo>
                  <a:cubicBezTo>
                    <a:pt x="2521093" y="748842"/>
                    <a:pt x="2628502" y="782638"/>
                    <a:pt x="2706946" y="876782"/>
                  </a:cubicBezTo>
                  <a:cubicBezTo>
                    <a:pt x="2764875" y="946787"/>
                    <a:pt x="2795046" y="1030069"/>
                    <a:pt x="2807114" y="1118179"/>
                  </a:cubicBezTo>
                  <a:cubicBezTo>
                    <a:pt x="2817976" y="1201461"/>
                    <a:pt x="2821596" y="1284743"/>
                    <a:pt x="2826424" y="1368025"/>
                  </a:cubicBezTo>
                  <a:cubicBezTo>
                    <a:pt x="2836078" y="1493551"/>
                    <a:pt x="2895214" y="1587696"/>
                    <a:pt x="3002623" y="1652873"/>
                  </a:cubicBezTo>
                  <a:cubicBezTo>
                    <a:pt x="3085895" y="1703566"/>
                    <a:pt x="3178822" y="1728913"/>
                    <a:pt x="3271748" y="1754260"/>
                  </a:cubicBezTo>
                  <a:cubicBezTo>
                    <a:pt x="3377950" y="1782020"/>
                    <a:pt x="3484153" y="1809781"/>
                    <a:pt x="3589148" y="1841162"/>
                  </a:cubicBezTo>
                  <a:cubicBezTo>
                    <a:pt x="3619319" y="1849611"/>
                    <a:pt x="3648283" y="1866509"/>
                    <a:pt x="3674834" y="1883407"/>
                  </a:cubicBezTo>
                  <a:cubicBezTo>
                    <a:pt x="3758106" y="1934100"/>
                    <a:pt x="3792501" y="1999730"/>
                    <a:pt x="3797875" y="2075204"/>
                  </a:cubicBezTo>
                  <a:close/>
                </a:path>
              </a:pathLst>
            </a:custGeom>
            <a:solidFill>
              <a:srgbClr val="8A97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1" name="Freeform 7"/>
            <p:cNvSpPr/>
            <p:nvPr/>
          </p:nvSpPr>
          <p:spPr bwMode="auto">
            <a:xfrm rot="16200000">
              <a:off x="10124861" y="1743742"/>
              <a:ext cx="3299073" cy="835209"/>
            </a:xfrm>
            <a:custGeom>
              <a:avLst/>
              <a:gdLst>
                <a:gd name="T0" fmla="*/ 0 w 2688"/>
                <a:gd name="T1" fmla="*/ 680 h 680"/>
                <a:gd name="T2" fmla="*/ 248 w 2688"/>
                <a:gd name="T3" fmla="*/ 271 h 680"/>
                <a:gd name="T4" fmla="*/ 526 w 2688"/>
                <a:gd name="T5" fmla="*/ 212 h 680"/>
                <a:gd name="T6" fmla="*/ 784 w 2688"/>
                <a:gd name="T7" fmla="*/ 262 h 680"/>
                <a:gd name="T8" fmla="*/ 1136 w 2688"/>
                <a:gd name="T9" fmla="*/ 292 h 680"/>
                <a:gd name="T10" fmla="*/ 1427 w 2688"/>
                <a:gd name="T11" fmla="*/ 190 h 680"/>
                <a:gd name="T12" fmla="*/ 1582 w 2688"/>
                <a:gd name="T13" fmla="*/ 95 h 680"/>
                <a:gd name="T14" fmla="*/ 1902 w 2688"/>
                <a:gd name="T15" fmla="*/ 6 h 680"/>
                <a:gd name="T16" fmla="*/ 2251 w 2688"/>
                <a:gd name="T17" fmla="*/ 43 h 680"/>
                <a:gd name="T18" fmla="*/ 2631 w 2688"/>
                <a:gd name="T19" fmla="*/ 418 h 680"/>
                <a:gd name="T20" fmla="*/ 2688 w 2688"/>
                <a:gd name="T21" fmla="*/ 680 h 680"/>
                <a:gd name="T22" fmla="*/ 0 w 2688"/>
                <a:gd name="T23" fmla="*/ 68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680">
                  <a:moveTo>
                    <a:pt x="0" y="680"/>
                  </a:moveTo>
                  <a:cubicBezTo>
                    <a:pt x="32" y="513"/>
                    <a:pt x="98" y="366"/>
                    <a:pt x="248" y="271"/>
                  </a:cubicBezTo>
                  <a:cubicBezTo>
                    <a:pt x="332" y="217"/>
                    <a:pt x="428" y="199"/>
                    <a:pt x="526" y="212"/>
                  </a:cubicBezTo>
                  <a:cubicBezTo>
                    <a:pt x="612" y="224"/>
                    <a:pt x="698" y="245"/>
                    <a:pt x="784" y="262"/>
                  </a:cubicBezTo>
                  <a:cubicBezTo>
                    <a:pt x="900" y="286"/>
                    <a:pt x="1017" y="302"/>
                    <a:pt x="1136" y="292"/>
                  </a:cubicBezTo>
                  <a:cubicBezTo>
                    <a:pt x="1242" y="283"/>
                    <a:pt x="1338" y="247"/>
                    <a:pt x="1427" y="190"/>
                  </a:cubicBezTo>
                  <a:cubicBezTo>
                    <a:pt x="1478" y="158"/>
                    <a:pt x="1529" y="125"/>
                    <a:pt x="1582" y="95"/>
                  </a:cubicBezTo>
                  <a:cubicBezTo>
                    <a:pt x="1681" y="39"/>
                    <a:pt x="1789" y="12"/>
                    <a:pt x="1902" y="6"/>
                  </a:cubicBezTo>
                  <a:cubicBezTo>
                    <a:pt x="2020" y="0"/>
                    <a:pt x="2137" y="4"/>
                    <a:pt x="2251" y="43"/>
                  </a:cubicBezTo>
                  <a:cubicBezTo>
                    <a:pt x="2439" y="106"/>
                    <a:pt x="2560" y="236"/>
                    <a:pt x="2631" y="418"/>
                  </a:cubicBezTo>
                  <a:cubicBezTo>
                    <a:pt x="2664" y="502"/>
                    <a:pt x="2681" y="590"/>
                    <a:pt x="2688" y="680"/>
                  </a:cubicBezTo>
                  <a:cubicBezTo>
                    <a:pt x="1792" y="680"/>
                    <a:pt x="896" y="680"/>
                    <a:pt x="0" y="680"/>
                  </a:cubicBezTo>
                  <a:close/>
                </a:path>
              </a:pathLst>
            </a:custGeom>
            <a:solidFill>
              <a:srgbClr val="BFC5C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 bwMode="auto">
            <a:xfrm rot="16200000">
              <a:off x="11594254" y="3213135"/>
              <a:ext cx="751520" cy="443972"/>
            </a:xfrm>
            <a:custGeom>
              <a:avLst/>
              <a:gdLst>
                <a:gd name="connsiteX0" fmla="*/ 750757 w 751520"/>
                <a:gd name="connsiteY0" fmla="*/ 320122 h 443972"/>
                <a:gd name="connsiteX1" fmla="*/ 747193 w 751520"/>
                <a:gd name="connsiteY1" fmla="*/ 398689 h 443972"/>
                <a:gd name="connsiteX2" fmla="*/ 737236 w 751520"/>
                <a:gd name="connsiteY2" fmla="*/ 443972 h 443972"/>
                <a:gd name="connsiteX3" fmla="*/ 0 w 751520"/>
                <a:gd name="connsiteY3" fmla="*/ 443972 h 443972"/>
                <a:gd name="connsiteX4" fmla="*/ 38238 w 751520"/>
                <a:gd name="connsiteY4" fmla="*/ 295356 h 443972"/>
                <a:gd name="connsiteX5" fmla="*/ 184675 w 751520"/>
                <a:gd name="connsiteY5" fmla="*/ 40494 h 443972"/>
                <a:gd name="connsiteX6" fmla="*/ 227634 w 751520"/>
                <a:gd name="connsiteY6" fmla="*/ 0 h 443972"/>
                <a:gd name="connsiteX7" fmla="*/ 542030 w 751520"/>
                <a:gd name="connsiteY7" fmla="*/ 86080 h 443972"/>
                <a:gd name="connsiteX8" fmla="*/ 627716 w 751520"/>
                <a:gd name="connsiteY8" fmla="*/ 128325 h 443972"/>
                <a:gd name="connsiteX9" fmla="*/ 750757 w 751520"/>
                <a:gd name="connsiteY9" fmla="*/ 320122 h 44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1520" h="443972">
                  <a:moveTo>
                    <a:pt x="750757" y="320122"/>
                  </a:moveTo>
                  <a:cubicBezTo>
                    <a:pt x="752549" y="345280"/>
                    <a:pt x="751115" y="371532"/>
                    <a:pt x="747193" y="398689"/>
                  </a:cubicBezTo>
                  <a:lnTo>
                    <a:pt x="737236" y="443972"/>
                  </a:lnTo>
                  <a:lnTo>
                    <a:pt x="0" y="443972"/>
                  </a:lnTo>
                  <a:lnTo>
                    <a:pt x="38238" y="295356"/>
                  </a:lnTo>
                  <a:cubicBezTo>
                    <a:pt x="70226" y="200166"/>
                    <a:pt x="116481" y="113575"/>
                    <a:pt x="184675" y="40494"/>
                  </a:cubicBezTo>
                  <a:lnTo>
                    <a:pt x="227634" y="0"/>
                  </a:lnTo>
                  <a:lnTo>
                    <a:pt x="542030" y="86080"/>
                  </a:lnTo>
                  <a:cubicBezTo>
                    <a:pt x="572201" y="94529"/>
                    <a:pt x="601165" y="111427"/>
                    <a:pt x="627716" y="128325"/>
                  </a:cubicBezTo>
                  <a:cubicBezTo>
                    <a:pt x="710988" y="179018"/>
                    <a:pt x="745383" y="244648"/>
                    <a:pt x="750757" y="320122"/>
                  </a:cubicBezTo>
                  <a:close/>
                </a:path>
              </a:pathLst>
            </a:custGeom>
            <a:solidFill>
              <a:srgbClr val="808F9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-1" y="4097021"/>
            <a:ext cx="3287689" cy="2769523"/>
            <a:chOff x="-1" y="3264269"/>
            <a:chExt cx="4276246" cy="3602276"/>
          </a:xfrm>
        </p:grpSpPr>
        <p:sp>
          <p:nvSpPr>
            <p:cNvPr id="26" name="任意多边形 25"/>
            <p:cNvSpPr/>
            <p:nvPr/>
          </p:nvSpPr>
          <p:spPr bwMode="auto">
            <a:xfrm rot="10800000">
              <a:off x="-1" y="4442227"/>
              <a:ext cx="4276246" cy="2424318"/>
            </a:xfrm>
            <a:custGeom>
              <a:avLst/>
              <a:gdLst>
                <a:gd name="connsiteX0" fmla="*/ 4245188 w 4276246"/>
                <a:gd name="connsiteY0" fmla="*/ 2424318 h 2424318"/>
                <a:gd name="connsiteX1" fmla="*/ 3670373 w 4276246"/>
                <a:gd name="connsiteY1" fmla="*/ 2275358 h 2424318"/>
                <a:gd name="connsiteX2" fmla="*/ 3234970 w 4276246"/>
                <a:gd name="connsiteY2" fmla="*/ 1926390 h 2424318"/>
                <a:gd name="connsiteX3" fmla="*/ 2879231 w 4276246"/>
                <a:gd name="connsiteY3" fmla="*/ 1515596 h 2424318"/>
                <a:gd name="connsiteX4" fmla="*/ 2469924 w 4276246"/>
                <a:gd name="connsiteY4" fmla="*/ 1157011 h 2424318"/>
                <a:gd name="connsiteX5" fmla="*/ 1729602 w 4276246"/>
                <a:gd name="connsiteY5" fmla="*/ 983900 h 2424318"/>
                <a:gd name="connsiteX6" fmla="*/ 1329910 w 4276246"/>
                <a:gd name="connsiteY6" fmla="*/ 1031986 h 2424318"/>
                <a:gd name="connsiteX7" fmla="*/ 665130 w 4276246"/>
                <a:gd name="connsiteY7" fmla="*/ 986648 h 2424318"/>
                <a:gd name="connsiteX8" fmla="*/ 95123 w 4276246"/>
                <a:gd name="connsiteY8" fmla="*/ 428848 h 2424318"/>
                <a:gd name="connsiteX9" fmla="*/ 480 w 4276246"/>
                <a:gd name="connsiteY9" fmla="*/ 12301 h 2424318"/>
                <a:gd name="connsiteX10" fmla="*/ 0 w 4276246"/>
                <a:gd name="connsiteY10" fmla="*/ 0 h 2424318"/>
                <a:gd name="connsiteX11" fmla="*/ 4276246 w 4276246"/>
                <a:gd name="connsiteY11" fmla="*/ 0 h 2424318"/>
                <a:gd name="connsiteX12" fmla="*/ 4276246 w 4276246"/>
                <a:gd name="connsiteY12" fmla="*/ 2423381 h 2424318"/>
                <a:gd name="connsiteX13" fmla="*/ 4245188 w 4276246"/>
                <a:gd name="connsiteY13" fmla="*/ 2424318 h 2424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76246" h="2424318">
                  <a:moveTo>
                    <a:pt x="4245188" y="2424318"/>
                  </a:moveTo>
                  <a:cubicBezTo>
                    <a:pt x="4045857" y="2417556"/>
                    <a:pt x="3852707" y="2371187"/>
                    <a:pt x="3670373" y="2275358"/>
                  </a:cubicBezTo>
                  <a:cubicBezTo>
                    <a:pt x="3501431" y="2187429"/>
                    <a:pt x="3359960" y="2066527"/>
                    <a:pt x="3234970" y="1926390"/>
                  </a:cubicBezTo>
                  <a:cubicBezTo>
                    <a:pt x="3114101" y="1791748"/>
                    <a:pt x="2998726" y="1652985"/>
                    <a:pt x="2879231" y="1515596"/>
                  </a:cubicBezTo>
                  <a:cubicBezTo>
                    <a:pt x="2758362" y="1378207"/>
                    <a:pt x="2626505" y="1251809"/>
                    <a:pt x="2469924" y="1157011"/>
                  </a:cubicBezTo>
                  <a:cubicBezTo>
                    <a:pt x="2241921" y="1018247"/>
                    <a:pt x="1993316" y="967414"/>
                    <a:pt x="1729602" y="983900"/>
                  </a:cubicBezTo>
                  <a:cubicBezTo>
                    <a:pt x="1596371" y="993517"/>
                    <a:pt x="1463140" y="1015500"/>
                    <a:pt x="1329910" y="1031986"/>
                  </a:cubicBezTo>
                  <a:cubicBezTo>
                    <a:pt x="1104654" y="1060838"/>
                    <a:pt x="882145" y="1060838"/>
                    <a:pt x="665130" y="986648"/>
                  </a:cubicBezTo>
                  <a:cubicBezTo>
                    <a:pt x="386308" y="891849"/>
                    <a:pt x="202257" y="698131"/>
                    <a:pt x="95123" y="428848"/>
                  </a:cubicBezTo>
                  <a:cubicBezTo>
                    <a:pt x="41556" y="293863"/>
                    <a:pt x="11940" y="155014"/>
                    <a:pt x="480" y="12301"/>
                  </a:cubicBezTo>
                  <a:lnTo>
                    <a:pt x="0" y="0"/>
                  </a:lnTo>
                  <a:lnTo>
                    <a:pt x="4276246" y="0"/>
                  </a:lnTo>
                  <a:lnTo>
                    <a:pt x="4276246" y="2423381"/>
                  </a:lnTo>
                  <a:lnTo>
                    <a:pt x="4245188" y="2424318"/>
                  </a:lnTo>
                  <a:close/>
                </a:path>
              </a:pathLst>
            </a:custGeom>
            <a:solidFill>
              <a:srgbClr val="6F808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 bwMode="auto">
            <a:xfrm rot="16200000">
              <a:off x="-790741" y="4055011"/>
              <a:ext cx="2669927" cy="1088444"/>
            </a:xfrm>
            <a:custGeom>
              <a:avLst/>
              <a:gdLst>
                <a:gd name="connsiteX0" fmla="*/ 2669927 w 2669927"/>
                <a:gd name="connsiteY0" fmla="*/ 0 h 1088444"/>
                <a:gd name="connsiteX1" fmla="*/ 2622620 w 2669927"/>
                <a:gd name="connsiteY1" fmla="*/ 176863 h 1088444"/>
                <a:gd name="connsiteX2" fmla="*/ 1654630 w 2669927"/>
                <a:gd name="connsiteY2" fmla="*/ 1051332 h 1088444"/>
                <a:gd name="connsiteX3" fmla="*/ 18711 w 2669927"/>
                <a:gd name="connsiteY3" fmla="*/ 72499 h 1088444"/>
                <a:gd name="connsiteX4" fmla="*/ 0 w 2669927"/>
                <a:gd name="connsiteY4" fmla="*/ 4302 h 1088444"/>
                <a:gd name="connsiteX5" fmla="*/ 53 w 2669927"/>
                <a:gd name="connsiteY5" fmla="*/ 0 h 1088444"/>
                <a:gd name="connsiteX6" fmla="*/ 2669927 w 2669927"/>
                <a:gd name="connsiteY6" fmla="*/ 0 h 108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9927" h="1088444">
                  <a:moveTo>
                    <a:pt x="2669927" y="0"/>
                  </a:moveTo>
                  <a:lnTo>
                    <a:pt x="2622620" y="176863"/>
                  </a:lnTo>
                  <a:cubicBezTo>
                    <a:pt x="2472380" y="605541"/>
                    <a:pt x="2101366" y="947197"/>
                    <a:pt x="1654630" y="1051332"/>
                  </a:cubicBezTo>
                  <a:cubicBezTo>
                    <a:pt x="926218" y="1221157"/>
                    <a:pt x="212509" y="793252"/>
                    <a:pt x="18711" y="72499"/>
                  </a:cubicBezTo>
                  <a:cubicBezTo>
                    <a:pt x="12029" y="49767"/>
                    <a:pt x="6683" y="27034"/>
                    <a:pt x="0" y="4302"/>
                  </a:cubicBezTo>
                  <a:lnTo>
                    <a:pt x="53" y="0"/>
                  </a:lnTo>
                  <a:lnTo>
                    <a:pt x="2669927" y="0"/>
                  </a:ln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 bwMode="auto">
            <a:xfrm rot="16200000">
              <a:off x="-223777" y="4666006"/>
              <a:ext cx="1491971" cy="1044412"/>
            </a:xfrm>
            <a:custGeom>
              <a:avLst/>
              <a:gdLst>
                <a:gd name="connsiteX0" fmla="*/ 1491971 w 1491971"/>
                <a:gd name="connsiteY0" fmla="*/ 31056 h 1044412"/>
                <a:gd name="connsiteX1" fmla="*/ 1343011 w 1491971"/>
                <a:gd name="connsiteY1" fmla="*/ 605871 h 1044412"/>
                <a:gd name="connsiteX2" fmla="*/ 994043 w 1491971"/>
                <a:gd name="connsiteY2" fmla="*/ 1041274 h 1044412"/>
                <a:gd name="connsiteX3" fmla="*/ 990447 w 1491971"/>
                <a:gd name="connsiteY3" fmla="*/ 1044412 h 1044412"/>
                <a:gd name="connsiteX4" fmla="*/ 868012 w 1491971"/>
                <a:gd name="connsiteY4" fmla="*/ 1006296 h 1044412"/>
                <a:gd name="connsiteX5" fmla="*/ 18712 w 1491971"/>
                <a:gd name="connsiteY5" fmla="*/ 72499 h 1044412"/>
                <a:gd name="connsiteX6" fmla="*/ 0 w 1491971"/>
                <a:gd name="connsiteY6" fmla="*/ 4302 h 1044412"/>
                <a:gd name="connsiteX7" fmla="*/ 54 w 1491971"/>
                <a:gd name="connsiteY7" fmla="*/ 0 h 1044412"/>
                <a:gd name="connsiteX8" fmla="*/ 1491034 w 1491971"/>
                <a:gd name="connsiteY8" fmla="*/ 0 h 1044412"/>
                <a:gd name="connsiteX9" fmla="*/ 1491971 w 1491971"/>
                <a:gd name="connsiteY9" fmla="*/ 31056 h 104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1971" h="1044412">
                  <a:moveTo>
                    <a:pt x="1491971" y="31056"/>
                  </a:moveTo>
                  <a:cubicBezTo>
                    <a:pt x="1485209" y="230387"/>
                    <a:pt x="1438840" y="423537"/>
                    <a:pt x="1343011" y="605871"/>
                  </a:cubicBezTo>
                  <a:cubicBezTo>
                    <a:pt x="1255082" y="774813"/>
                    <a:pt x="1134180" y="916284"/>
                    <a:pt x="994043" y="1041274"/>
                  </a:cubicBezTo>
                  <a:lnTo>
                    <a:pt x="990447" y="1044412"/>
                  </a:lnTo>
                  <a:lnTo>
                    <a:pt x="868012" y="1006296"/>
                  </a:lnTo>
                  <a:cubicBezTo>
                    <a:pt x="464049" y="859046"/>
                    <a:pt x="139836" y="522969"/>
                    <a:pt x="18712" y="72499"/>
                  </a:cubicBezTo>
                  <a:cubicBezTo>
                    <a:pt x="12030" y="49767"/>
                    <a:pt x="6684" y="27034"/>
                    <a:pt x="0" y="4302"/>
                  </a:cubicBezTo>
                  <a:lnTo>
                    <a:pt x="54" y="0"/>
                  </a:lnTo>
                  <a:lnTo>
                    <a:pt x="1491034" y="0"/>
                  </a:lnTo>
                  <a:lnTo>
                    <a:pt x="1491971" y="31056"/>
                  </a:lnTo>
                  <a:close/>
                </a:path>
              </a:pathLst>
            </a:custGeom>
            <a:solidFill>
              <a:srgbClr val="A5A7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45" name="任意多边形 44"/>
          <p:cNvSpPr/>
          <p:nvPr userDrawn="1"/>
        </p:nvSpPr>
        <p:spPr bwMode="auto">
          <a:xfrm>
            <a:off x="9427398" y="-1"/>
            <a:ext cx="2764602" cy="1773391"/>
          </a:xfrm>
          <a:custGeom>
            <a:avLst/>
            <a:gdLst>
              <a:gd name="connsiteX0" fmla="*/ 838917 w 2764602"/>
              <a:gd name="connsiteY0" fmla="*/ 0 h 1773391"/>
              <a:gd name="connsiteX1" fmla="*/ 2764602 w 2764602"/>
              <a:gd name="connsiteY1" fmla="*/ 0 h 1773391"/>
              <a:gd name="connsiteX2" fmla="*/ 2764602 w 2764602"/>
              <a:gd name="connsiteY2" fmla="*/ 1773391 h 1773391"/>
              <a:gd name="connsiteX3" fmla="*/ 2692245 w 2764602"/>
              <a:gd name="connsiteY3" fmla="*/ 1754948 h 1773391"/>
              <a:gd name="connsiteX4" fmla="*/ 2562720 w 2764602"/>
              <a:gd name="connsiteY4" fmla="*/ 1699373 h 1773391"/>
              <a:gd name="connsiteX5" fmla="*/ 2259139 w 2764602"/>
              <a:gd name="connsiteY5" fmla="*/ 1456058 h 1773391"/>
              <a:gd name="connsiteX6" fmla="*/ 2011103 w 2764602"/>
              <a:gd name="connsiteY6" fmla="*/ 1169636 h 1773391"/>
              <a:gd name="connsiteX7" fmla="*/ 1725718 w 2764602"/>
              <a:gd name="connsiteY7" fmla="*/ 919616 h 1773391"/>
              <a:gd name="connsiteX8" fmla="*/ 1209535 w 2764602"/>
              <a:gd name="connsiteY8" fmla="*/ 798916 h 1773391"/>
              <a:gd name="connsiteX9" fmla="*/ 930853 w 2764602"/>
              <a:gd name="connsiteY9" fmla="*/ 832444 h 1773391"/>
              <a:gd name="connsiteX10" fmla="*/ 467342 w 2764602"/>
              <a:gd name="connsiteY10" fmla="*/ 800832 h 1773391"/>
              <a:gd name="connsiteX11" fmla="*/ 69910 w 2764602"/>
              <a:gd name="connsiteY11" fmla="*/ 411911 h 1773391"/>
              <a:gd name="connsiteX12" fmla="*/ 0 w 2764602"/>
              <a:gd name="connsiteY12" fmla="*/ 21075 h 1773391"/>
              <a:gd name="connsiteX13" fmla="*/ 958 w 2764602"/>
              <a:gd name="connsiteY13" fmla="*/ 9579 h 1773391"/>
              <a:gd name="connsiteX14" fmla="*/ 3831 w 2764602"/>
              <a:gd name="connsiteY14" fmla="*/ 4790 h 1773391"/>
              <a:gd name="connsiteX15" fmla="*/ 21069 w 2764602"/>
              <a:gd name="connsiteY15" fmla="*/ 3832 h 1773391"/>
              <a:gd name="connsiteX16" fmla="*/ 810187 w 2764602"/>
              <a:gd name="connsiteY16" fmla="*/ 1916 h 1773391"/>
              <a:gd name="connsiteX17" fmla="*/ 838917 w 2764602"/>
              <a:gd name="connsiteY17" fmla="*/ 0 h 177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764602" h="1773391">
                <a:moveTo>
                  <a:pt x="838917" y="0"/>
                </a:moveTo>
                <a:lnTo>
                  <a:pt x="2764602" y="0"/>
                </a:lnTo>
                <a:lnTo>
                  <a:pt x="2764602" y="1773391"/>
                </a:lnTo>
                <a:lnTo>
                  <a:pt x="2692245" y="1754948"/>
                </a:lnTo>
                <a:cubicBezTo>
                  <a:pt x="2648312" y="1740085"/>
                  <a:pt x="2605097" y="1721645"/>
                  <a:pt x="2562720" y="1699373"/>
                </a:cubicBezTo>
                <a:cubicBezTo>
                  <a:pt x="2444926" y="1638066"/>
                  <a:pt x="2346287" y="1553767"/>
                  <a:pt x="2259139" y="1456058"/>
                </a:cubicBezTo>
                <a:cubicBezTo>
                  <a:pt x="2174864" y="1362181"/>
                  <a:pt x="2094420" y="1265430"/>
                  <a:pt x="2011103" y="1169636"/>
                </a:cubicBezTo>
                <a:cubicBezTo>
                  <a:pt x="1926828" y="1073843"/>
                  <a:pt x="1834892" y="985713"/>
                  <a:pt x="1725718" y="919616"/>
                </a:cubicBezTo>
                <a:cubicBezTo>
                  <a:pt x="1566745" y="822864"/>
                  <a:pt x="1393407" y="787421"/>
                  <a:pt x="1209535" y="798916"/>
                </a:cubicBezTo>
                <a:cubicBezTo>
                  <a:pt x="1116641" y="805622"/>
                  <a:pt x="1023747" y="820949"/>
                  <a:pt x="930853" y="832444"/>
                </a:cubicBezTo>
                <a:cubicBezTo>
                  <a:pt x="773796" y="852560"/>
                  <a:pt x="618654" y="852560"/>
                  <a:pt x="467342" y="800832"/>
                </a:cubicBezTo>
                <a:cubicBezTo>
                  <a:pt x="272935" y="734735"/>
                  <a:pt x="144608" y="599666"/>
                  <a:pt x="69910" y="411911"/>
                </a:cubicBezTo>
                <a:cubicBezTo>
                  <a:pt x="20111" y="286422"/>
                  <a:pt x="0" y="156143"/>
                  <a:pt x="0" y="21075"/>
                </a:cubicBezTo>
                <a:cubicBezTo>
                  <a:pt x="958" y="17243"/>
                  <a:pt x="958" y="13411"/>
                  <a:pt x="958" y="9579"/>
                </a:cubicBezTo>
                <a:cubicBezTo>
                  <a:pt x="958" y="8621"/>
                  <a:pt x="1915" y="7663"/>
                  <a:pt x="3831" y="4790"/>
                </a:cubicBezTo>
                <a:cubicBezTo>
                  <a:pt x="8619" y="4790"/>
                  <a:pt x="15323" y="3832"/>
                  <a:pt x="21069" y="3832"/>
                </a:cubicBezTo>
                <a:cubicBezTo>
                  <a:pt x="284427" y="3832"/>
                  <a:pt x="547786" y="2874"/>
                  <a:pt x="810187" y="1916"/>
                </a:cubicBezTo>
                <a:cubicBezTo>
                  <a:pt x="819764" y="1916"/>
                  <a:pt x="829341" y="958"/>
                  <a:pt x="838917" y="0"/>
                </a:cubicBezTo>
                <a:close/>
              </a:path>
            </a:pathLst>
          </a:custGeom>
          <a:solidFill>
            <a:srgbClr val="DED5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46" name="任意多边形 45"/>
          <p:cNvSpPr/>
          <p:nvPr userDrawn="1"/>
        </p:nvSpPr>
        <p:spPr bwMode="auto">
          <a:xfrm>
            <a:off x="14160896" y="-1"/>
            <a:ext cx="15276" cy="219632"/>
          </a:xfrm>
          <a:custGeom>
            <a:avLst/>
            <a:gdLst>
              <a:gd name="connsiteX0" fmla="*/ 0 w 15276"/>
              <a:gd name="connsiteY0" fmla="*/ 0 h 219632"/>
              <a:gd name="connsiteX1" fmla="*/ 5044 w 15276"/>
              <a:gd name="connsiteY1" fmla="*/ 0 h 219632"/>
              <a:gd name="connsiteX2" fmla="*/ 11748 w 15276"/>
              <a:gd name="connsiteY2" fmla="*/ 48855 h 219632"/>
              <a:gd name="connsiteX3" fmla="*/ 9967 w 15276"/>
              <a:gd name="connsiteY3" fmla="*/ 177921 h 219632"/>
              <a:gd name="connsiteX4" fmla="*/ 0 w 15276"/>
              <a:gd name="connsiteY4" fmla="*/ 219632 h 219632"/>
              <a:gd name="connsiteX5" fmla="*/ 0 w 15276"/>
              <a:gd name="connsiteY5" fmla="*/ 0 h 219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76" h="219632">
                <a:moveTo>
                  <a:pt x="0" y="0"/>
                </a:moveTo>
                <a:lnTo>
                  <a:pt x="5044" y="0"/>
                </a:lnTo>
                <a:cubicBezTo>
                  <a:pt x="6959" y="16285"/>
                  <a:pt x="9832" y="32570"/>
                  <a:pt x="11748" y="48855"/>
                </a:cubicBezTo>
                <a:cubicBezTo>
                  <a:pt x="17015" y="94836"/>
                  <a:pt x="16356" y="137823"/>
                  <a:pt x="9967" y="177921"/>
                </a:cubicBezTo>
                <a:lnTo>
                  <a:pt x="0" y="219632"/>
                </a:lnTo>
                <a:lnTo>
                  <a:pt x="0" y="0"/>
                </a:lnTo>
                <a:close/>
              </a:path>
            </a:pathLst>
          </a:custGeom>
          <a:solidFill>
            <a:srgbClr val="DED5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47" name="Freeform 8"/>
          <p:cNvSpPr/>
          <p:nvPr userDrawn="1"/>
        </p:nvSpPr>
        <p:spPr bwMode="auto">
          <a:xfrm>
            <a:off x="8177190" y="0"/>
            <a:ext cx="1897082" cy="877472"/>
          </a:xfrm>
          <a:custGeom>
            <a:avLst/>
            <a:gdLst>
              <a:gd name="T0" fmla="*/ 2003 w 2003"/>
              <a:gd name="T1" fmla="*/ 4 h 926"/>
              <a:gd name="T2" fmla="*/ 1241 w 2003"/>
              <a:gd name="T3" fmla="*/ 799 h 926"/>
              <a:gd name="T4" fmla="*/ 17 w 2003"/>
              <a:gd name="T5" fmla="*/ 67 h 926"/>
              <a:gd name="T6" fmla="*/ 3 w 2003"/>
              <a:gd name="T7" fmla="*/ 16 h 926"/>
              <a:gd name="T8" fmla="*/ 13 w 2003"/>
              <a:gd name="T9" fmla="*/ 4 h 926"/>
              <a:gd name="T10" fmla="*/ 21 w 2003"/>
              <a:gd name="T11" fmla="*/ 4 h 926"/>
              <a:gd name="T12" fmla="*/ 2003 w 2003"/>
              <a:gd name="T13" fmla="*/ 4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3" h="926">
                <a:moveTo>
                  <a:pt x="2003" y="4"/>
                </a:moveTo>
                <a:cubicBezTo>
                  <a:pt x="1931" y="389"/>
                  <a:pt x="1623" y="710"/>
                  <a:pt x="1241" y="799"/>
                </a:cubicBezTo>
                <a:cubicBezTo>
                  <a:pt x="696" y="926"/>
                  <a:pt x="162" y="606"/>
                  <a:pt x="17" y="67"/>
                </a:cubicBezTo>
                <a:cubicBezTo>
                  <a:pt x="12" y="50"/>
                  <a:pt x="8" y="33"/>
                  <a:pt x="3" y="16"/>
                </a:cubicBezTo>
                <a:cubicBezTo>
                  <a:pt x="3" y="9"/>
                  <a:pt x="0" y="0"/>
                  <a:pt x="13" y="4"/>
                </a:cubicBezTo>
                <a:cubicBezTo>
                  <a:pt x="15" y="4"/>
                  <a:pt x="18" y="4"/>
                  <a:pt x="21" y="4"/>
                </a:cubicBezTo>
                <a:cubicBezTo>
                  <a:pt x="681" y="4"/>
                  <a:pt x="1342" y="4"/>
                  <a:pt x="2003" y="4"/>
                </a:cubicBezTo>
                <a:close/>
              </a:path>
            </a:pathLst>
          </a:custGeom>
          <a:solidFill>
            <a:srgbClr val="E6DFD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任意多边形 47"/>
          <p:cNvSpPr/>
          <p:nvPr userDrawn="1"/>
        </p:nvSpPr>
        <p:spPr bwMode="auto">
          <a:xfrm>
            <a:off x="9427395" y="3790"/>
            <a:ext cx="646875" cy="631410"/>
          </a:xfrm>
          <a:custGeom>
            <a:avLst/>
            <a:gdLst>
              <a:gd name="connsiteX0" fmla="*/ 554574 w 554574"/>
              <a:gd name="connsiteY0" fmla="*/ 0 h 541316"/>
              <a:gd name="connsiteX1" fmla="*/ 252509 w 554574"/>
              <a:gd name="connsiteY1" fmla="*/ 492190 h 541316"/>
              <a:gd name="connsiteX2" fmla="*/ 180290 w 554574"/>
              <a:gd name="connsiteY2" fmla="*/ 541316 h 541316"/>
              <a:gd name="connsiteX3" fmla="*/ 116751 w 554574"/>
              <a:gd name="connsiteY3" fmla="*/ 461923 h 541316"/>
              <a:gd name="connsiteX4" fmla="*/ 59934 w 554574"/>
              <a:gd name="connsiteY4" fmla="*/ 349886 h 541316"/>
              <a:gd name="connsiteX5" fmla="*/ 0 w 554574"/>
              <a:gd name="connsiteY5" fmla="*/ 14817 h 541316"/>
              <a:gd name="connsiteX6" fmla="*/ 821 w 554574"/>
              <a:gd name="connsiteY6" fmla="*/ 4962 h 541316"/>
              <a:gd name="connsiteX7" fmla="*/ 3284 w 554574"/>
              <a:gd name="connsiteY7" fmla="*/ 856 h 541316"/>
              <a:gd name="connsiteX8" fmla="*/ 18062 w 554574"/>
              <a:gd name="connsiteY8" fmla="*/ 35 h 541316"/>
              <a:gd name="connsiteX9" fmla="*/ 32461 w 554574"/>
              <a:gd name="connsiteY9" fmla="*/ 0 h 541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4574" h="541316">
                <a:moveTo>
                  <a:pt x="554574" y="0"/>
                </a:moveTo>
                <a:cubicBezTo>
                  <a:pt x="518035" y="195480"/>
                  <a:pt x="406642" y="370650"/>
                  <a:pt x="252509" y="492190"/>
                </a:cubicBezTo>
                <a:lnTo>
                  <a:pt x="180290" y="541316"/>
                </a:lnTo>
                <a:lnTo>
                  <a:pt x="116751" y="461923"/>
                </a:lnTo>
                <a:cubicBezTo>
                  <a:pt x="94828" y="427546"/>
                  <a:pt x="75944" y="390128"/>
                  <a:pt x="59934" y="349886"/>
                </a:cubicBezTo>
                <a:cubicBezTo>
                  <a:pt x="17241" y="242303"/>
                  <a:pt x="0" y="130613"/>
                  <a:pt x="0" y="14817"/>
                </a:cubicBezTo>
                <a:cubicBezTo>
                  <a:pt x="821" y="11532"/>
                  <a:pt x="821" y="8247"/>
                  <a:pt x="821" y="4962"/>
                </a:cubicBezTo>
                <a:cubicBezTo>
                  <a:pt x="821" y="4141"/>
                  <a:pt x="1642" y="3320"/>
                  <a:pt x="3284" y="856"/>
                </a:cubicBezTo>
                <a:cubicBezTo>
                  <a:pt x="7389" y="856"/>
                  <a:pt x="13136" y="35"/>
                  <a:pt x="18062" y="35"/>
                </a:cubicBezTo>
                <a:lnTo>
                  <a:pt x="32461" y="0"/>
                </a:lnTo>
                <a:close/>
              </a:path>
            </a:pathLst>
          </a:custGeom>
          <a:solidFill>
            <a:srgbClr val="DBD0C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>
            <a:off x="0" y="1589"/>
            <a:ext cx="2260667" cy="1843235"/>
            <a:chOff x="1589" y="1588"/>
            <a:chExt cx="2352734" cy="1918302"/>
          </a:xfrm>
        </p:grpSpPr>
        <p:sp>
          <p:nvSpPr>
            <p:cNvPr id="16" name="Freeform 13"/>
            <p:cNvSpPr/>
            <p:nvPr/>
          </p:nvSpPr>
          <p:spPr bwMode="auto">
            <a:xfrm>
              <a:off x="1589" y="1588"/>
              <a:ext cx="2352734" cy="1918302"/>
            </a:xfrm>
            <a:custGeom>
              <a:avLst/>
              <a:gdLst>
                <a:gd name="T0" fmla="*/ 0 w 1316"/>
                <a:gd name="T1" fmla="*/ 0 h 1072"/>
                <a:gd name="T2" fmla="*/ 0 w 1316"/>
                <a:gd name="T3" fmla="*/ 1072 h 1072"/>
                <a:gd name="T4" fmla="*/ 767 w 1316"/>
                <a:gd name="T5" fmla="*/ 158 h 1072"/>
                <a:gd name="T6" fmla="*/ 1316 w 1316"/>
                <a:gd name="T7" fmla="*/ 0 h 1072"/>
                <a:gd name="T8" fmla="*/ 0 w 1316"/>
                <a:gd name="T9" fmla="*/ 0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6" h="1072">
                  <a:moveTo>
                    <a:pt x="0" y="0"/>
                  </a:moveTo>
                  <a:cubicBezTo>
                    <a:pt x="0" y="1072"/>
                    <a:pt x="0" y="1072"/>
                    <a:pt x="0" y="1072"/>
                  </a:cubicBezTo>
                  <a:cubicBezTo>
                    <a:pt x="345" y="852"/>
                    <a:pt x="310" y="115"/>
                    <a:pt x="767" y="158"/>
                  </a:cubicBezTo>
                  <a:cubicBezTo>
                    <a:pt x="1068" y="186"/>
                    <a:pt x="1229" y="98"/>
                    <a:pt x="131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ED5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0"/>
            <p:cNvSpPr/>
            <p:nvPr/>
          </p:nvSpPr>
          <p:spPr bwMode="auto">
            <a:xfrm>
              <a:off x="573775" y="539592"/>
              <a:ext cx="295106" cy="293958"/>
            </a:xfrm>
            <a:custGeom>
              <a:avLst/>
              <a:gdLst>
                <a:gd name="T0" fmla="*/ 54 w 108"/>
                <a:gd name="T1" fmla="*/ 0 h 108"/>
                <a:gd name="T2" fmla="*/ 0 w 108"/>
                <a:gd name="T3" fmla="*/ 54 h 108"/>
                <a:gd name="T4" fmla="*/ 54 w 108"/>
                <a:gd name="T5" fmla="*/ 108 h 108"/>
                <a:gd name="T6" fmla="*/ 108 w 108"/>
                <a:gd name="T7" fmla="*/ 54 h 108"/>
                <a:gd name="T8" fmla="*/ 54 w 108"/>
                <a:gd name="T9" fmla="*/ 0 h 108"/>
                <a:gd name="T10" fmla="*/ 54 w 108"/>
                <a:gd name="T11" fmla="*/ 87 h 108"/>
                <a:gd name="T12" fmla="*/ 21 w 108"/>
                <a:gd name="T13" fmla="*/ 54 h 108"/>
                <a:gd name="T14" fmla="*/ 54 w 108"/>
                <a:gd name="T15" fmla="*/ 21 h 108"/>
                <a:gd name="T16" fmla="*/ 87 w 108"/>
                <a:gd name="T17" fmla="*/ 54 h 108"/>
                <a:gd name="T18" fmla="*/ 54 w 108"/>
                <a:gd name="T19" fmla="*/ 8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84"/>
                    <a:pt x="24" y="108"/>
                    <a:pt x="54" y="108"/>
                  </a:cubicBezTo>
                  <a:cubicBezTo>
                    <a:pt x="84" y="108"/>
                    <a:pt x="108" y="84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lose/>
                  <a:moveTo>
                    <a:pt x="54" y="87"/>
                  </a:moveTo>
                  <a:cubicBezTo>
                    <a:pt x="36" y="87"/>
                    <a:pt x="21" y="72"/>
                    <a:pt x="21" y="54"/>
                  </a:cubicBezTo>
                  <a:cubicBezTo>
                    <a:pt x="21" y="36"/>
                    <a:pt x="36" y="21"/>
                    <a:pt x="54" y="21"/>
                  </a:cubicBezTo>
                  <a:cubicBezTo>
                    <a:pt x="72" y="21"/>
                    <a:pt x="87" y="36"/>
                    <a:pt x="87" y="54"/>
                  </a:cubicBezTo>
                  <a:cubicBezTo>
                    <a:pt x="87" y="72"/>
                    <a:pt x="72" y="87"/>
                    <a:pt x="54" y="87"/>
                  </a:cubicBezTo>
                  <a:close/>
                </a:path>
              </a:pathLst>
            </a:custGeom>
            <a:solidFill>
              <a:srgbClr val="D3C4B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8" name="Freeform 7"/>
          <p:cNvSpPr/>
          <p:nvPr userDrawn="1"/>
        </p:nvSpPr>
        <p:spPr bwMode="auto">
          <a:xfrm>
            <a:off x="9262763" y="5331611"/>
            <a:ext cx="2927651" cy="1537146"/>
          </a:xfrm>
          <a:custGeom>
            <a:avLst/>
            <a:gdLst>
              <a:gd name="T0" fmla="*/ 1547 w 1547"/>
              <a:gd name="T1" fmla="*/ 964 h 964"/>
              <a:gd name="T2" fmla="*/ 1547 w 1547"/>
              <a:gd name="T3" fmla="*/ 0 h 964"/>
              <a:gd name="T4" fmla="*/ 922 w 1547"/>
              <a:gd name="T5" fmla="*/ 555 h 964"/>
              <a:gd name="T6" fmla="*/ 0 w 1547"/>
              <a:gd name="T7" fmla="*/ 964 h 964"/>
              <a:gd name="T8" fmla="*/ 1547 w 1547"/>
              <a:gd name="T9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7" h="964">
                <a:moveTo>
                  <a:pt x="1547" y="964"/>
                </a:moveTo>
                <a:cubicBezTo>
                  <a:pt x="1547" y="0"/>
                  <a:pt x="1547" y="0"/>
                  <a:pt x="1547" y="0"/>
                </a:cubicBezTo>
                <a:cubicBezTo>
                  <a:pt x="1349" y="186"/>
                  <a:pt x="1322" y="601"/>
                  <a:pt x="922" y="555"/>
                </a:cubicBezTo>
                <a:cubicBezTo>
                  <a:pt x="437" y="498"/>
                  <a:pt x="155" y="739"/>
                  <a:pt x="0" y="964"/>
                </a:cubicBezTo>
                <a:lnTo>
                  <a:pt x="1547" y="964"/>
                </a:lnTo>
                <a:close/>
              </a:path>
            </a:pathLst>
          </a:custGeom>
          <a:solidFill>
            <a:srgbClr val="8A979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Oval 19"/>
          <p:cNvSpPr/>
          <p:nvPr userDrawn="1"/>
        </p:nvSpPr>
        <p:spPr bwMode="auto">
          <a:xfrm>
            <a:off x="10938825" y="6070367"/>
            <a:ext cx="307352" cy="307352"/>
          </a:xfrm>
          <a:prstGeom prst="ellipse">
            <a:avLst/>
          </a:prstGeom>
          <a:solidFill>
            <a:srgbClr val="BFC5C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/>
          <p:cNvSpPr/>
          <p:nvPr/>
        </p:nvSpPr>
        <p:spPr bwMode="auto">
          <a:xfrm flipH="1">
            <a:off x="10992544" y="1590"/>
            <a:ext cx="1199456" cy="977977"/>
          </a:xfrm>
          <a:custGeom>
            <a:avLst/>
            <a:gdLst>
              <a:gd name="T0" fmla="*/ 0 w 1316"/>
              <a:gd name="T1" fmla="*/ 0 h 1072"/>
              <a:gd name="T2" fmla="*/ 0 w 1316"/>
              <a:gd name="T3" fmla="*/ 1072 h 1072"/>
              <a:gd name="T4" fmla="*/ 767 w 1316"/>
              <a:gd name="T5" fmla="*/ 158 h 1072"/>
              <a:gd name="T6" fmla="*/ 1316 w 1316"/>
              <a:gd name="T7" fmla="*/ 0 h 1072"/>
              <a:gd name="T8" fmla="*/ 0 w 1316"/>
              <a:gd name="T9" fmla="*/ 0 h 1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6" h="1072">
                <a:moveTo>
                  <a:pt x="0" y="0"/>
                </a:moveTo>
                <a:cubicBezTo>
                  <a:pt x="0" y="1072"/>
                  <a:pt x="0" y="1072"/>
                  <a:pt x="0" y="1072"/>
                </a:cubicBezTo>
                <a:cubicBezTo>
                  <a:pt x="345" y="852"/>
                  <a:pt x="310" y="115"/>
                  <a:pt x="767" y="158"/>
                </a:cubicBezTo>
                <a:cubicBezTo>
                  <a:pt x="1068" y="186"/>
                  <a:pt x="1229" y="98"/>
                  <a:pt x="131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ED5C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 userDrawn="1"/>
        </p:nvSpPr>
        <p:spPr bwMode="auto">
          <a:xfrm flipH="1">
            <a:off x="0" y="6152615"/>
            <a:ext cx="1343472" cy="705383"/>
          </a:xfrm>
          <a:custGeom>
            <a:avLst/>
            <a:gdLst>
              <a:gd name="T0" fmla="*/ 1547 w 1547"/>
              <a:gd name="T1" fmla="*/ 964 h 964"/>
              <a:gd name="T2" fmla="*/ 1547 w 1547"/>
              <a:gd name="T3" fmla="*/ 0 h 964"/>
              <a:gd name="T4" fmla="*/ 922 w 1547"/>
              <a:gd name="T5" fmla="*/ 555 h 964"/>
              <a:gd name="T6" fmla="*/ 0 w 1547"/>
              <a:gd name="T7" fmla="*/ 964 h 964"/>
              <a:gd name="T8" fmla="*/ 1547 w 1547"/>
              <a:gd name="T9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7" h="964">
                <a:moveTo>
                  <a:pt x="1547" y="964"/>
                </a:moveTo>
                <a:cubicBezTo>
                  <a:pt x="1547" y="0"/>
                  <a:pt x="1547" y="0"/>
                  <a:pt x="1547" y="0"/>
                </a:cubicBezTo>
                <a:cubicBezTo>
                  <a:pt x="1349" y="186"/>
                  <a:pt x="1322" y="601"/>
                  <a:pt x="922" y="555"/>
                </a:cubicBezTo>
                <a:cubicBezTo>
                  <a:pt x="437" y="498"/>
                  <a:pt x="155" y="739"/>
                  <a:pt x="0" y="964"/>
                </a:cubicBezTo>
                <a:lnTo>
                  <a:pt x="1547" y="964"/>
                </a:lnTo>
                <a:close/>
              </a:path>
            </a:pathLst>
          </a:custGeom>
          <a:solidFill>
            <a:srgbClr val="8A979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Check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4" y="-1"/>
            <a:ext cx="12192004" cy="6858001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平行四边形 57"/>
          <p:cNvSpPr/>
          <p:nvPr/>
        </p:nvSpPr>
        <p:spPr>
          <a:xfrm rot="10800000">
            <a:off x="5367500" y="2509010"/>
            <a:ext cx="1455417" cy="191099"/>
          </a:xfrm>
          <a:prstGeom prst="parallelogram">
            <a:avLst>
              <a:gd name="adj" fmla="val 37097"/>
            </a:avLst>
          </a:prstGeom>
          <a:solidFill>
            <a:srgbClr val="E6D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B767D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65053" y="2204864"/>
            <a:ext cx="126188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44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1800" spc="300" dirty="0">
                <a:solidFill>
                  <a:schemeClr val="tx2"/>
                </a:solidFill>
                <a:effectLst/>
                <a:latin typeface="+mj-lt"/>
              </a:rPr>
              <a:t>期中汇报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232856" y="2794943"/>
            <a:ext cx="1172628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3600" dirty="0"/>
              <a:t>个人贷款违约预测：面向不平衡与业务代价的系统性改进</a:t>
            </a:r>
            <a:endParaRPr lang="zh-CN" altLang="en-US" sz="3600" dirty="0">
              <a:solidFill>
                <a:schemeClr val="tx2"/>
              </a:solidFill>
              <a:effectLst/>
              <a:latin typeface="思源宋体 CN" pitchFamily="18" charset="-122"/>
              <a:ea typeface="思源宋体 CN" pitchFamily="18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815043" y="3717032"/>
            <a:ext cx="4544834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l"/>
            <a:r>
              <a:rPr lang="zh-CN" altLang="en-US" sz="2000" dirty="0">
                <a:solidFill>
                  <a:schemeClr val="tx2"/>
                </a:solidFill>
                <a:effectLst/>
                <a:latin typeface="+mn-ea"/>
                <a:ea typeface="+mn-ea"/>
              </a:rPr>
              <a:t>组员：杨子佑、赵栩、杨佳汉、王浩晨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367501" y="476672"/>
            <a:ext cx="1455417" cy="1444054"/>
            <a:chOff x="5367501" y="642438"/>
            <a:chExt cx="1455417" cy="1444054"/>
          </a:xfrm>
        </p:grpSpPr>
        <p:sp>
          <p:nvSpPr>
            <p:cNvPr id="79" name="Freeform 5"/>
            <p:cNvSpPr/>
            <p:nvPr/>
          </p:nvSpPr>
          <p:spPr bwMode="auto">
            <a:xfrm>
              <a:off x="5367501" y="642438"/>
              <a:ext cx="1455417" cy="1444054"/>
            </a:xfrm>
            <a:custGeom>
              <a:avLst/>
              <a:gdLst>
                <a:gd name="T0" fmla="*/ 26 w 2150"/>
                <a:gd name="T1" fmla="*/ 1247 h 2134"/>
                <a:gd name="T2" fmla="*/ 43 w 2150"/>
                <a:gd name="T3" fmla="*/ 927 h 2134"/>
                <a:gd name="T4" fmla="*/ 62 w 2150"/>
                <a:gd name="T5" fmla="*/ 713 h 2134"/>
                <a:gd name="T6" fmla="*/ 247 w 2150"/>
                <a:gd name="T7" fmla="*/ 485 h 2134"/>
                <a:gd name="T8" fmla="*/ 269 w 2150"/>
                <a:gd name="T9" fmla="*/ 340 h 2134"/>
                <a:gd name="T10" fmla="*/ 431 w 2150"/>
                <a:gd name="T11" fmla="*/ 252 h 2134"/>
                <a:gd name="T12" fmla="*/ 684 w 2150"/>
                <a:gd name="T13" fmla="*/ 107 h 2134"/>
                <a:gd name="T14" fmla="*/ 878 w 2150"/>
                <a:gd name="T15" fmla="*/ 18 h 2134"/>
                <a:gd name="T16" fmla="*/ 1043 w 2150"/>
                <a:gd name="T17" fmla="*/ 79 h 2134"/>
                <a:gd name="T18" fmla="*/ 1242 w 2150"/>
                <a:gd name="T19" fmla="*/ 30 h 2134"/>
                <a:gd name="T20" fmla="*/ 1417 w 2150"/>
                <a:gd name="T21" fmla="*/ 44 h 2134"/>
                <a:gd name="T22" fmla="*/ 1572 w 2150"/>
                <a:gd name="T23" fmla="*/ 213 h 2134"/>
                <a:gd name="T24" fmla="*/ 1752 w 2150"/>
                <a:gd name="T25" fmla="*/ 253 h 2134"/>
                <a:gd name="T26" fmla="*/ 1896 w 2150"/>
                <a:gd name="T27" fmla="*/ 394 h 2134"/>
                <a:gd name="T28" fmla="*/ 1985 w 2150"/>
                <a:gd name="T29" fmla="*/ 636 h 2134"/>
                <a:gd name="T30" fmla="*/ 2115 w 2150"/>
                <a:gd name="T31" fmla="*/ 739 h 2134"/>
                <a:gd name="T32" fmla="*/ 2113 w 2150"/>
                <a:gd name="T33" fmla="*/ 919 h 2134"/>
                <a:gd name="T34" fmla="*/ 2092 w 2150"/>
                <a:gd name="T35" fmla="*/ 1175 h 2134"/>
                <a:gd name="T36" fmla="*/ 2141 w 2150"/>
                <a:gd name="T37" fmla="*/ 1301 h 2134"/>
                <a:gd name="T38" fmla="*/ 2057 w 2150"/>
                <a:gd name="T39" fmla="*/ 1448 h 2134"/>
                <a:gd name="T40" fmla="*/ 1905 w 2150"/>
                <a:gd name="T41" fmla="*/ 1645 h 2134"/>
                <a:gd name="T42" fmla="*/ 1870 w 2150"/>
                <a:gd name="T43" fmla="*/ 1820 h 2134"/>
                <a:gd name="T44" fmla="*/ 1722 w 2150"/>
                <a:gd name="T45" fmla="*/ 1886 h 2134"/>
                <a:gd name="T46" fmla="*/ 1498 w 2150"/>
                <a:gd name="T47" fmla="*/ 1987 h 2134"/>
                <a:gd name="T48" fmla="*/ 1367 w 2150"/>
                <a:gd name="T49" fmla="*/ 2123 h 2134"/>
                <a:gd name="T50" fmla="*/ 1220 w 2150"/>
                <a:gd name="T51" fmla="*/ 2095 h 2134"/>
                <a:gd name="T52" fmla="*/ 1071 w 2150"/>
                <a:gd name="T53" fmla="*/ 2057 h 2134"/>
                <a:gd name="T54" fmla="*/ 903 w 2150"/>
                <a:gd name="T55" fmla="*/ 2110 h 2134"/>
                <a:gd name="T56" fmla="*/ 743 w 2150"/>
                <a:gd name="T57" fmla="*/ 2100 h 2134"/>
                <a:gd name="T58" fmla="*/ 612 w 2150"/>
                <a:gd name="T59" fmla="*/ 1947 h 2134"/>
                <a:gd name="T60" fmla="*/ 447 w 2150"/>
                <a:gd name="T61" fmla="*/ 1887 h 2134"/>
                <a:gd name="T62" fmla="*/ 279 w 2150"/>
                <a:gd name="T63" fmla="*/ 1816 h 2134"/>
                <a:gd name="T64" fmla="*/ 253 w 2150"/>
                <a:gd name="T65" fmla="*/ 1696 h 2134"/>
                <a:gd name="T66" fmla="*/ 102 w 2150"/>
                <a:gd name="T67" fmla="*/ 1453 h 2134"/>
                <a:gd name="T68" fmla="*/ 10 w 2150"/>
                <a:gd name="T69" fmla="*/ 1319 h 2134"/>
                <a:gd name="T70" fmla="*/ 1235 w 2150"/>
                <a:gd name="T71" fmla="*/ 1906 h 2134"/>
                <a:gd name="T72" fmla="*/ 1932 w 2150"/>
                <a:gd name="T73" fmla="*/ 1080 h 2134"/>
                <a:gd name="T74" fmla="*/ 982 w 2150"/>
                <a:gd name="T75" fmla="*/ 223 h 2134"/>
                <a:gd name="T76" fmla="*/ 223 w 2150"/>
                <a:gd name="T77" fmla="*/ 1140 h 2134"/>
                <a:gd name="T78" fmla="*/ 1076 w 2150"/>
                <a:gd name="T79" fmla="*/ 1920 h 2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0" h="2134">
                  <a:moveTo>
                    <a:pt x="10" y="1319"/>
                  </a:moveTo>
                  <a:cubicBezTo>
                    <a:pt x="9" y="1293"/>
                    <a:pt x="17" y="1269"/>
                    <a:pt x="26" y="1247"/>
                  </a:cubicBezTo>
                  <a:cubicBezTo>
                    <a:pt x="40" y="1216"/>
                    <a:pt x="57" y="1185"/>
                    <a:pt x="67" y="1153"/>
                  </a:cubicBezTo>
                  <a:cubicBezTo>
                    <a:pt x="94" y="1074"/>
                    <a:pt x="82" y="999"/>
                    <a:pt x="43" y="927"/>
                  </a:cubicBezTo>
                  <a:cubicBezTo>
                    <a:pt x="30" y="904"/>
                    <a:pt x="19" y="880"/>
                    <a:pt x="13" y="855"/>
                  </a:cubicBezTo>
                  <a:cubicBezTo>
                    <a:pt x="0" y="797"/>
                    <a:pt x="18" y="750"/>
                    <a:pt x="62" y="713"/>
                  </a:cubicBezTo>
                  <a:cubicBezTo>
                    <a:pt x="82" y="696"/>
                    <a:pt x="105" y="683"/>
                    <a:pt x="126" y="668"/>
                  </a:cubicBezTo>
                  <a:cubicBezTo>
                    <a:pt x="191" y="623"/>
                    <a:pt x="233" y="563"/>
                    <a:pt x="247" y="485"/>
                  </a:cubicBezTo>
                  <a:cubicBezTo>
                    <a:pt x="251" y="462"/>
                    <a:pt x="252" y="438"/>
                    <a:pt x="253" y="414"/>
                  </a:cubicBezTo>
                  <a:cubicBezTo>
                    <a:pt x="255" y="388"/>
                    <a:pt x="259" y="364"/>
                    <a:pt x="269" y="340"/>
                  </a:cubicBezTo>
                  <a:cubicBezTo>
                    <a:pt x="288" y="294"/>
                    <a:pt x="324" y="268"/>
                    <a:pt x="372" y="258"/>
                  </a:cubicBezTo>
                  <a:cubicBezTo>
                    <a:pt x="392" y="254"/>
                    <a:pt x="411" y="253"/>
                    <a:pt x="431" y="252"/>
                  </a:cubicBezTo>
                  <a:cubicBezTo>
                    <a:pt x="492" y="249"/>
                    <a:pt x="549" y="235"/>
                    <a:pt x="599" y="200"/>
                  </a:cubicBezTo>
                  <a:cubicBezTo>
                    <a:pt x="634" y="175"/>
                    <a:pt x="662" y="144"/>
                    <a:pt x="684" y="107"/>
                  </a:cubicBezTo>
                  <a:cubicBezTo>
                    <a:pt x="699" y="83"/>
                    <a:pt x="715" y="60"/>
                    <a:pt x="737" y="42"/>
                  </a:cubicBezTo>
                  <a:cubicBezTo>
                    <a:pt x="779" y="6"/>
                    <a:pt x="827" y="0"/>
                    <a:pt x="878" y="18"/>
                  </a:cubicBezTo>
                  <a:cubicBezTo>
                    <a:pt x="896" y="24"/>
                    <a:pt x="913" y="33"/>
                    <a:pt x="930" y="41"/>
                  </a:cubicBezTo>
                  <a:cubicBezTo>
                    <a:pt x="966" y="60"/>
                    <a:pt x="1003" y="74"/>
                    <a:pt x="1043" y="79"/>
                  </a:cubicBezTo>
                  <a:cubicBezTo>
                    <a:pt x="1091" y="84"/>
                    <a:pt x="1138" y="78"/>
                    <a:pt x="1182" y="59"/>
                  </a:cubicBezTo>
                  <a:cubicBezTo>
                    <a:pt x="1203" y="51"/>
                    <a:pt x="1222" y="40"/>
                    <a:pt x="1242" y="30"/>
                  </a:cubicBezTo>
                  <a:cubicBezTo>
                    <a:pt x="1266" y="19"/>
                    <a:pt x="1292" y="10"/>
                    <a:pt x="1319" y="9"/>
                  </a:cubicBezTo>
                  <a:cubicBezTo>
                    <a:pt x="1357" y="7"/>
                    <a:pt x="1389" y="19"/>
                    <a:pt x="1417" y="44"/>
                  </a:cubicBezTo>
                  <a:cubicBezTo>
                    <a:pt x="1436" y="61"/>
                    <a:pt x="1450" y="80"/>
                    <a:pt x="1463" y="101"/>
                  </a:cubicBezTo>
                  <a:cubicBezTo>
                    <a:pt x="1491" y="147"/>
                    <a:pt x="1525" y="185"/>
                    <a:pt x="1572" y="213"/>
                  </a:cubicBezTo>
                  <a:cubicBezTo>
                    <a:pt x="1608" y="233"/>
                    <a:pt x="1646" y="245"/>
                    <a:pt x="1686" y="249"/>
                  </a:cubicBezTo>
                  <a:cubicBezTo>
                    <a:pt x="1708" y="251"/>
                    <a:pt x="1730" y="251"/>
                    <a:pt x="1752" y="253"/>
                  </a:cubicBezTo>
                  <a:cubicBezTo>
                    <a:pt x="1799" y="258"/>
                    <a:pt x="1841" y="274"/>
                    <a:pt x="1869" y="315"/>
                  </a:cubicBezTo>
                  <a:cubicBezTo>
                    <a:pt x="1886" y="339"/>
                    <a:pt x="1893" y="366"/>
                    <a:pt x="1896" y="394"/>
                  </a:cubicBezTo>
                  <a:cubicBezTo>
                    <a:pt x="1899" y="419"/>
                    <a:pt x="1899" y="445"/>
                    <a:pt x="1902" y="470"/>
                  </a:cubicBezTo>
                  <a:cubicBezTo>
                    <a:pt x="1910" y="535"/>
                    <a:pt x="1938" y="590"/>
                    <a:pt x="1985" y="636"/>
                  </a:cubicBezTo>
                  <a:cubicBezTo>
                    <a:pt x="2005" y="655"/>
                    <a:pt x="2028" y="671"/>
                    <a:pt x="2051" y="685"/>
                  </a:cubicBezTo>
                  <a:cubicBezTo>
                    <a:pt x="2076" y="700"/>
                    <a:pt x="2098" y="717"/>
                    <a:pt x="2115" y="739"/>
                  </a:cubicBezTo>
                  <a:cubicBezTo>
                    <a:pt x="2145" y="779"/>
                    <a:pt x="2150" y="823"/>
                    <a:pt x="2135" y="869"/>
                  </a:cubicBezTo>
                  <a:cubicBezTo>
                    <a:pt x="2129" y="886"/>
                    <a:pt x="2121" y="903"/>
                    <a:pt x="2113" y="919"/>
                  </a:cubicBezTo>
                  <a:cubicBezTo>
                    <a:pt x="2095" y="951"/>
                    <a:pt x="2081" y="985"/>
                    <a:pt x="2075" y="1022"/>
                  </a:cubicBezTo>
                  <a:cubicBezTo>
                    <a:pt x="2065" y="1074"/>
                    <a:pt x="2071" y="1126"/>
                    <a:pt x="2092" y="1175"/>
                  </a:cubicBezTo>
                  <a:cubicBezTo>
                    <a:pt x="2098" y="1190"/>
                    <a:pt x="2105" y="1204"/>
                    <a:pt x="2112" y="1218"/>
                  </a:cubicBezTo>
                  <a:cubicBezTo>
                    <a:pt x="2125" y="1245"/>
                    <a:pt x="2138" y="1272"/>
                    <a:pt x="2141" y="1301"/>
                  </a:cubicBezTo>
                  <a:cubicBezTo>
                    <a:pt x="2145" y="1335"/>
                    <a:pt x="2137" y="1366"/>
                    <a:pt x="2117" y="1394"/>
                  </a:cubicBezTo>
                  <a:cubicBezTo>
                    <a:pt x="2101" y="1416"/>
                    <a:pt x="2081" y="1434"/>
                    <a:pt x="2057" y="1448"/>
                  </a:cubicBezTo>
                  <a:cubicBezTo>
                    <a:pt x="2024" y="1468"/>
                    <a:pt x="1994" y="1490"/>
                    <a:pt x="1968" y="1518"/>
                  </a:cubicBezTo>
                  <a:cubicBezTo>
                    <a:pt x="1936" y="1555"/>
                    <a:pt x="1915" y="1597"/>
                    <a:pt x="1905" y="1645"/>
                  </a:cubicBezTo>
                  <a:cubicBezTo>
                    <a:pt x="1900" y="1671"/>
                    <a:pt x="1898" y="1696"/>
                    <a:pt x="1897" y="1722"/>
                  </a:cubicBezTo>
                  <a:cubicBezTo>
                    <a:pt x="1896" y="1756"/>
                    <a:pt x="1890" y="1790"/>
                    <a:pt x="1870" y="1820"/>
                  </a:cubicBezTo>
                  <a:cubicBezTo>
                    <a:pt x="1850" y="1851"/>
                    <a:pt x="1820" y="1870"/>
                    <a:pt x="1784" y="1879"/>
                  </a:cubicBezTo>
                  <a:cubicBezTo>
                    <a:pt x="1764" y="1884"/>
                    <a:pt x="1743" y="1886"/>
                    <a:pt x="1722" y="1886"/>
                  </a:cubicBezTo>
                  <a:cubicBezTo>
                    <a:pt x="1671" y="1887"/>
                    <a:pt x="1621" y="1897"/>
                    <a:pt x="1576" y="1923"/>
                  </a:cubicBezTo>
                  <a:cubicBezTo>
                    <a:pt x="1546" y="1939"/>
                    <a:pt x="1519" y="1960"/>
                    <a:pt x="1498" y="1987"/>
                  </a:cubicBezTo>
                  <a:cubicBezTo>
                    <a:pt x="1481" y="2010"/>
                    <a:pt x="1465" y="2034"/>
                    <a:pt x="1449" y="2057"/>
                  </a:cubicBezTo>
                  <a:cubicBezTo>
                    <a:pt x="1428" y="2087"/>
                    <a:pt x="1402" y="2111"/>
                    <a:pt x="1367" y="2123"/>
                  </a:cubicBezTo>
                  <a:cubicBezTo>
                    <a:pt x="1334" y="2134"/>
                    <a:pt x="1302" y="2130"/>
                    <a:pt x="1271" y="2118"/>
                  </a:cubicBezTo>
                  <a:cubicBezTo>
                    <a:pt x="1253" y="2112"/>
                    <a:pt x="1237" y="2103"/>
                    <a:pt x="1220" y="2095"/>
                  </a:cubicBezTo>
                  <a:cubicBezTo>
                    <a:pt x="1189" y="2080"/>
                    <a:pt x="1158" y="2066"/>
                    <a:pt x="1123" y="2062"/>
                  </a:cubicBezTo>
                  <a:cubicBezTo>
                    <a:pt x="1106" y="2059"/>
                    <a:pt x="1088" y="2058"/>
                    <a:pt x="1071" y="2057"/>
                  </a:cubicBezTo>
                  <a:cubicBezTo>
                    <a:pt x="1035" y="2057"/>
                    <a:pt x="1000" y="2065"/>
                    <a:pt x="967" y="2079"/>
                  </a:cubicBezTo>
                  <a:cubicBezTo>
                    <a:pt x="945" y="2088"/>
                    <a:pt x="924" y="2100"/>
                    <a:pt x="903" y="2110"/>
                  </a:cubicBezTo>
                  <a:cubicBezTo>
                    <a:pt x="879" y="2121"/>
                    <a:pt x="853" y="2129"/>
                    <a:pt x="827" y="2129"/>
                  </a:cubicBezTo>
                  <a:cubicBezTo>
                    <a:pt x="795" y="2129"/>
                    <a:pt x="767" y="2119"/>
                    <a:pt x="743" y="2100"/>
                  </a:cubicBezTo>
                  <a:cubicBezTo>
                    <a:pt x="718" y="2080"/>
                    <a:pt x="700" y="2054"/>
                    <a:pt x="683" y="2028"/>
                  </a:cubicBezTo>
                  <a:cubicBezTo>
                    <a:pt x="665" y="1997"/>
                    <a:pt x="641" y="1970"/>
                    <a:pt x="612" y="1947"/>
                  </a:cubicBezTo>
                  <a:cubicBezTo>
                    <a:pt x="576" y="1918"/>
                    <a:pt x="535" y="1901"/>
                    <a:pt x="490" y="1892"/>
                  </a:cubicBezTo>
                  <a:cubicBezTo>
                    <a:pt x="476" y="1889"/>
                    <a:pt x="461" y="1888"/>
                    <a:pt x="447" y="1887"/>
                  </a:cubicBezTo>
                  <a:cubicBezTo>
                    <a:pt x="417" y="1885"/>
                    <a:pt x="387" y="1885"/>
                    <a:pt x="358" y="1876"/>
                  </a:cubicBezTo>
                  <a:cubicBezTo>
                    <a:pt x="324" y="1865"/>
                    <a:pt x="297" y="1846"/>
                    <a:pt x="279" y="1816"/>
                  </a:cubicBezTo>
                  <a:cubicBezTo>
                    <a:pt x="266" y="1793"/>
                    <a:pt x="258" y="1769"/>
                    <a:pt x="256" y="1744"/>
                  </a:cubicBezTo>
                  <a:cubicBezTo>
                    <a:pt x="255" y="1728"/>
                    <a:pt x="254" y="1712"/>
                    <a:pt x="253" y="1696"/>
                  </a:cubicBezTo>
                  <a:cubicBezTo>
                    <a:pt x="250" y="1637"/>
                    <a:pt x="233" y="1582"/>
                    <a:pt x="196" y="1534"/>
                  </a:cubicBezTo>
                  <a:cubicBezTo>
                    <a:pt x="170" y="1501"/>
                    <a:pt x="138" y="1474"/>
                    <a:pt x="102" y="1453"/>
                  </a:cubicBezTo>
                  <a:cubicBezTo>
                    <a:pt x="73" y="1436"/>
                    <a:pt x="47" y="1415"/>
                    <a:pt x="29" y="1386"/>
                  </a:cubicBezTo>
                  <a:cubicBezTo>
                    <a:pt x="16" y="1365"/>
                    <a:pt x="9" y="1343"/>
                    <a:pt x="10" y="1319"/>
                  </a:cubicBezTo>
                  <a:close/>
                  <a:moveTo>
                    <a:pt x="1076" y="1920"/>
                  </a:moveTo>
                  <a:cubicBezTo>
                    <a:pt x="1129" y="1920"/>
                    <a:pt x="1182" y="1916"/>
                    <a:pt x="1235" y="1906"/>
                  </a:cubicBezTo>
                  <a:cubicBezTo>
                    <a:pt x="1393" y="1875"/>
                    <a:pt x="1534" y="1807"/>
                    <a:pt x="1652" y="1698"/>
                  </a:cubicBezTo>
                  <a:cubicBezTo>
                    <a:pt x="1832" y="1532"/>
                    <a:pt x="1927" y="1326"/>
                    <a:pt x="1932" y="1080"/>
                  </a:cubicBezTo>
                  <a:cubicBezTo>
                    <a:pt x="1933" y="1005"/>
                    <a:pt x="1925" y="932"/>
                    <a:pt x="1906" y="860"/>
                  </a:cubicBezTo>
                  <a:cubicBezTo>
                    <a:pt x="1804" y="460"/>
                    <a:pt x="1419" y="176"/>
                    <a:pt x="982" y="223"/>
                  </a:cubicBezTo>
                  <a:cubicBezTo>
                    <a:pt x="879" y="234"/>
                    <a:pt x="781" y="264"/>
                    <a:pt x="688" y="311"/>
                  </a:cubicBezTo>
                  <a:cubicBezTo>
                    <a:pt x="378" y="467"/>
                    <a:pt x="194" y="796"/>
                    <a:pt x="223" y="1140"/>
                  </a:cubicBezTo>
                  <a:cubicBezTo>
                    <a:pt x="229" y="1209"/>
                    <a:pt x="242" y="1275"/>
                    <a:pt x="265" y="1340"/>
                  </a:cubicBezTo>
                  <a:cubicBezTo>
                    <a:pt x="382" y="1687"/>
                    <a:pt x="708" y="1919"/>
                    <a:pt x="1076" y="1920"/>
                  </a:cubicBezTo>
                  <a:close/>
                </a:path>
              </a:pathLst>
            </a:custGeom>
            <a:solidFill>
              <a:srgbClr val="A5AF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5528583" y="800477"/>
              <a:ext cx="1129117" cy="1129119"/>
            </a:xfrm>
            <a:prstGeom prst="ellipse">
              <a:avLst/>
            </a:prstGeom>
            <a:solidFill>
              <a:srgbClr val="4F66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Freeform 6"/>
            <p:cNvSpPr/>
            <p:nvPr/>
          </p:nvSpPr>
          <p:spPr bwMode="auto">
            <a:xfrm>
              <a:off x="5498684" y="761229"/>
              <a:ext cx="1177553" cy="1185817"/>
            </a:xfrm>
            <a:custGeom>
              <a:avLst/>
              <a:gdLst>
                <a:gd name="T0" fmla="*/ 882 w 1739"/>
                <a:gd name="T1" fmla="*/ 1744 h 1752"/>
                <a:gd name="T2" fmla="*/ 71 w 1739"/>
                <a:gd name="T3" fmla="*/ 1164 h 1752"/>
                <a:gd name="T4" fmla="*/ 29 w 1739"/>
                <a:gd name="T5" fmla="*/ 964 h 1752"/>
                <a:gd name="T6" fmla="*/ 494 w 1739"/>
                <a:gd name="T7" fmla="*/ 135 h 1752"/>
                <a:gd name="T8" fmla="*/ 788 w 1739"/>
                <a:gd name="T9" fmla="*/ 47 h 1752"/>
                <a:gd name="T10" fmla="*/ 1712 w 1739"/>
                <a:gd name="T11" fmla="*/ 684 h 1752"/>
                <a:gd name="T12" fmla="*/ 1738 w 1739"/>
                <a:gd name="T13" fmla="*/ 904 h 1752"/>
                <a:gd name="T14" fmla="*/ 1458 w 1739"/>
                <a:gd name="T15" fmla="*/ 1522 h 1752"/>
                <a:gd name="T16" fmla="*/ 1041 w 1739"/>
                <a:gd name="T17" fmla="*/ 1730 h 1752"/>
                <a:gd name="T18" fmla="*/ 882 w 1739"/>
                <a:gd name="T19" fmla="*/ 1744 h 1752"/>
                <a:gd name="T20" fmla="*/ 1718 w 1739"/>
                <a:gd name="T21" fmla="*/ 893 h 1752"/>
                <a:gd name="T22" fmla="*/ 1712 w 1739"/>
                <a:gd name="T23" fmla="*/ 806 h 1752"/>
                <a:gd name="T24" fmla="*/ 1660 w 1739"/>
                <a:gd name="T25" fmla="*/ 592 h 1752"/>
                <a:gd name="T26" fmla="*/ 929 w 1739"/>
                <a:gd name="T27" fmla="*/ 64 h 1752"/>
                <a:gd name="T28" fmla="*/ 566 w 1739"/>
                <a:gd name="T29" fmla="*/ 125 h 1752"/>
                <a:gd name="T30" fmla="*/ 52 w 1739"/>
                <a:gd name="T31" fmla="*/ 988 h 1752"/>
                <a:gd name="T32" fmla="*/ 105 w 1739"/>
                <a:gd name="T33" fmla="*/ 1198 h 1752"/>
                <a:gd name="T34" fmla="*/ 954 w 1739"/>
                <a:gd name="T35" fmla="*/ 1720 h 1752"/>
                <a:gd name="T36" fmla="*/ 1196 w 1739"/>
                <a:gd name="T37" fmla="*/ 1662 h 1752"/>
                <a:gd name="T38" fmla="*/ 1718 w 1739"/>
                <a:gd name="T39" fmla="*/ 893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39" h="1752">
                  <a:moveTo>
                    <a:pt x="882" y="1744"/>
                  </a:moveTo>
                  <a:cubicBezTo>
                    <a:pt x="514" y="1743"/>
                    <a:pt x="188" y="1511"/>
                    <a:pt x="71" y="1164"/>
                  </a:cubicBezTo>
                  <a:cubicBezTo>
                    <a:pt x="48" y="1099"/>
                    <a:pt x="35" y="1033"/>
                    <a:pt x="29" y="964"/>
                  </a:cubicBezTo>
                  <a:cubicBezTo>
                    <a:pt x="0" y="620"/>
                    <a:pt x="184" y="291"/>
                    <a:pt x="494" y="135"/>
                  </a:cubicBezTo>
                  <a:cubicBezTo>
                    <a:pt x="587" y="88"/>
                    <a:pt x="685" y="58"/>
                    <a:pt x="788" y="47"/>
                  </a:cubicBezTo>
                  <a:cubicBezTo>
                    <a:pt x="1225" y="0"/>
                    <a:pt x="1610" y="284"/>
                    <a:pt x="1712" y="684"/>
                  </a:cubicBezTo>
                  <a:cubicBezTo>
                    <a:pt x="1731" y="756"/>
                    <a:pt x="1739" y="829"/>
                    <a:pt x="1738" y="904"/>
                  </a:cubicBezTo>
                  <a:cubicBezTo>
                    <a:pt x="1733" y="1150"/>
                    <a:pt x="1638" y="1356"/>
                    <a:pt x="1458" y="1522"/>
                  </a:cubicBezTo>
                  <a:cubicBezTo>
                    <a:pt x="1340" y="1631"/>
                    <a:pt x="1199" y="1699"/>
                    <a:pt x="1041" y="1730"/>
                  </a:cubicBezTo>
                  <a:cubicBezTo>
                    <a:pt x="988" y="1740"/>
                    <a:pt x="935" y="1744"/>
                    <a:pt x="882" y="1744"/>
                  </a:cubicBezTo>
                  <a:close/>
                  <a:moveTo>
                    <a:pt x="1718" y="893"/>
                  </a:moveTo>
                  <a:cubicBezTo>
                    <a:pt x="1716" y="864"/>
                    <a:pt x="1715" y="835"/>
                    <a:pt x="1712" y="806"/>
                  </a:cubicBezTo>
                  <a:cubicBezTo>
                    <a:pt x="1704" y="732"/>
                    <a:pt x="1687" y="661"/>
                    <a:pt x="1660" y="592"/>
                  </a:cubicBezTo>
                  <a:cubicBezTo>
                    <a:pt x="1543" y="291"/>
                    <a:pt x="1251" y="80"/>
                    <a:pt x="929" y="64"/>
                  </a:cubicBezTo>
                  <a:cubicBezTo>
                    <a:pt x="803" y="58"/>
                    <a:pt x="682" y="77"/>
                    <a:pt x="566" y="125"/>
                  </a:cubicBezTo>
                  <a:cubicBezTo>
                    <a:pt x="225" y="263"/>
                    <a:pt x="8" y="613"/>
                    <a:pt x="52" y="988"/>
                  </a:cubicBezTo>
                  <a:cubicBezTo>
                    <a:pt x="60" y="1061"/>
                    <a:pt x="78" y="1131"/>
                    <a:pt x="105" y="1198"/>
                  </a:cubicBezTo>
                  <a:cubicBezTo>
                    <a:pt x="241" y="1540"/>
                    <a:pt x="586" y="1752"/>
                    <a:pt x="954" y="1720"/>
                  </a:cubicBezTo>
                  <a:cubicBezTo>
                    <a:pt x="1038" y="1713"/>
                    <a:pt x="1119" y="1694"/>
                    <a:pt x="1196" y="1662"/>
                  </a:cubicBezTo>
                  <a:cubicBezTo>
                    <a:pt x="1511" y="1534"/>
                    <a:pt x="1717" y="1230"/>
                    <a:pt x="1718" y="893"/>
                  </a:cubicBez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5606110" y="1033924"/>
              <a:ext cx="980262" cy="813958"/>
              <a:chOff x="1668463" y="4525963"/>
              <a:chExt cx="1506538" cy="1250950"/>
            </a:xfrm>
            <a:solidFill>
              <a:srgbClr val="F4F1EC"/>
            </a:solidFill>
          </p:grpSpPr>
          <p:sp>
            <p:nvSpPr>
              <p:cNvPr id="89" name="Freeform 9"/>
              <p:cNvSpPr/>
              <p:nvPr/>
            </p:nvSpPr>
            <p:spPr bwMode="auto">
              <a:xfrm>
                <a:off x="1731963" y="4525963"/>
                <a:ext cx="1401763" cy="1195388"/>
              </a:xfrm>
              <a:custGeom>
                <a:avLst/>
                <a:gdLst>
                  <a:gd name="T0" fmla="*/ 977 w 1347"/>
                  <a:gd name="T1" fmla="*/ 1059 h 1149"/>
                  <a:gd name="T2" fmla="*/ 1027 w 1347"/>
                  <a:gd name="T3" fmla="*/ 1029 h 1149"/>
                  <a:gd name="T4" fmla="*/ 1069 w 1347"/>
                  <a:gd name="T5" fmla="*/ 997 h 1149"/>
                  <a:gd name="T6" fmla="*/ 1071 w 1347"/>
                  <a:gd name="T7" fmla="*/ 996 h 1149"/>
                  <a:gd name="T8" fmla="*/ 1147 w 1347"/>
                  <a:gd name="T9" fmla="*/ 923 h 1149"/>
                  <a:gd name="T10" fmla="*/ 1150 w 1347"/>
                  <a:gd name="T11" fmla="*/ 919 h 1149"/>
                  <a:gd name="T12" fmla="*/ 1151 w 1347"/>
                  <a:gd name="T13" fmla="*/ 918 h 1149"/>
                  <a:gd name="T14" fmla="*/ 1159 w 1347"/>
                  <a:gd name="T15" fmla="*/ 909 h 1149"/>
                  <a:gd name="T16" fmla="*/ 1214 w 1347"/>
                  <a:gd name="T17" fmla="*/ 834 h 1149"/>
                  <a:gd name="T18" fmla="*/ 1216 w 1347"/>
                  <a:gd name="T19" fmla="*/ 829 h 1149"/>
                  <a:gd name="T20" fmla="*/ 1216 w 1347"/>
                  <a:gd name="T21" fmla="*/ 829 h 1149"/>
                  <a:gd name="T22" fmla="*/ 1220 w 1347"/>
                  <a:gd name="T23" fmla="*/ 823 h 1149"/>
                  <a:gd name="T24" fmla="*/ 1305 w 1347"/>
                  <a:gd name="T25" fmla="*/ 570 h 1149"/>
                  <a:gd name="T26" fmla="*/ 1190 w 1347"/>
                  <a:gd name="T27" fmla="*/ 124 h 1149"/>
                  <a:gd name="T28" fmla="*/ 1178 w 1347"/>
                  <a:gd name="T29" fmla="*/ 117 h 1149"/>
                  <a:gd name="T30" fmla="*/ 1131 w 1347"/>
                  <a:gd name="T31" fmla="*/ 103 h 1149"/>
                  <a:gd name="T32" fmla="*/ 1082 w 1347"/>
                  <a:gd name="T33" fmla="*/ 31 h 1149"/>
                  <a:gd name="T34" fmla="*/ 1079 w 1347"/>
                  <a:gd name="T35" fmla="*/ 1 h 1149"/>
                  <a:gd name="T36" fmla="*/ 1132 w 1347"/>
                  <a:gd name="T37" fmla="*/ 13 h 1149"/>
                  <a:gd name="T38" fmla="*/ 1187 w 1347"/>
                  <a:gd name="T39" fmla="*/ 89 h 1149"/>
                  <a:gd name="T40" fmla="*/ 1189 w 1347"/>
                  <a:gd name="T41" fmla="*/ 97 h 1149"/>
                  <a:gd name="T42" fmla="*/ 1203 w 1347"/>
                  <a:gd name="T43" fmla="*/ 137 h 1149"/>
                  <a:gd name="T44" fmla="*/ 1309 w 1347"/>
                  <a:gd name="T45" fmla="*/ 417 h 1149"/>
                  <a:gd name="T46" fmla="*/ 863 w 1347"/>
                  <a:gd name="T47" fmla="*/ 1114 h 1149"/>
                  <a:gd name="T48" fmla="*/ 617 w 1347"/>
                  <a:gd name="T49" fmla="*/ 1144 h 1149"/>
                  <a:gd name="T50" fmla="*/ 39 w 1347"/>
                  <a:gd name="T51" fmla="*/ 688 h 1149"/>
                  <a:gd name="T52" fmla="*/ 11 w 1347"/>
                  <a:gd name="T53" fmla="*/ 459 h 1149"/>
                  <a:gd name="T54" fmla="*/ 129 w 1347"/>
                  <a:gd name="T55" fmla="*/ 124 h 1149"/>
                  <a:gd name="T56" fmla="*/ 134 w 1347"/>
                  <a:gd name="T57" fmla="*/ 108 h 1149"/>
                  <a:gd name="T58" fmla="*/ 140 w 1347"/>
                  <a:gd name="T59" fmla="*/ 74 h 1149"/>
                  <a:gd name="T60" fmla="*/ 221 w 1347"/>
                  <a:gd name="T61" fmla="*/ 4 h 1149"/>
                  <a:gd name="T62" fmla="*/ 244 w 1347"/>
                  <a:gd name="T63" fmla="*/ 0 h 1149"/>
                  <a:gd name="T64" fmla="*/ 239 w 1347"/>
                  <a:gd name="T65" fmla="*/ 42 h 1149"/>
                  <a:gd name="T66" fmla="*/ 154 w 1347"/>
                  <a:gd name="T67" fmla="*/ 116 h 1149"/>
                  <a:gd name="T68" fmla="*/ 127 w 1347"/>
                  <a:gd name="T69" fmla="*/ 134 h 1149"/>
                  <a:gd name="T70" fmla="*/ 20 w 1347"/>
                  <a:gd name="T71" fmla="*/ 409 h 1149"/>
                  <a:gd name="T72" fmla="*/ 103 w 1347"/>
                  <a:gd name="T73" fmla="*/ 823 h 1149"/>
                  <a:gd name="T74" fmla="*/ 108 w 1347"/>
                  <a:gd name="T75" fmla="*/ 829 h 1149"/>
                  <a:gd name="T76" fmla="*/ 107 w 1347"/>
                  <a:gd name="T77" fmla="*/ 829 h 1149"/>
                  <a:gd name="T78" fmla="*/ 129 w 1347"/>
                  <a:gd name="T79" fmla="*/ 863 h 1149"/>
                  <a:gd name="T80" fmla="*/ 174 w 1347"/>
                  <a:gd name="T81" fmla="*/ 921 h 1149"/>
                  <a:gd name="T82" fmla="*/ 174 w 1347"/>
                  <a:gd name="T83" fmla="*/ 920 h 1149"/>
                  <a:gd name="T84" fmla="*/ 251 w 1347"/>
                  <a:gd name="T85" fmla="*/ 995 h 1149"/>
                  <a:gd name="T86" fmla="*/ 253 w 1347"/>
                  <a:gd name="T87" fmla="*/ 997 h 1149"/>
                  <a:gd name="T88" fmla="*/ 253 w 1347"/>
                  <a:gd name="T89" fmla="*/ 997 h 1149"/>
                  <a:gd name="T90" fmla="*/ 338 w 1347"/>
                  <a:gd name="T91" fmla="*/ 1055 h 1149"/>
                  <a:gd name="T92" fmla="*/ 346 w 1347"/>
                  <a:gd name="T93" fmla="*/ 1059 h 1149"/>
                  <a:gd name="T94" fmla="*/ 346 w 1347"/>
                  <a:gd name="T95" fmla="*/ 1059 h 1149"/>
                  <a:gd name="T96" fmla="*/ 428 w 1347"/>
                  <a:gd name="T97" fmla="*/ 1098 h 1149"/>
                  <a:gd name="T98" fmla="*/ 451 w 1347"/>
                  <a:gd name="T99" fmla="*/ 1106 h 1149"/>
                  <a:gd name="T100" fmla="*/ 451 w 1347"/>
                  <a:gd name="T101" fmla="*/ 1106 h 1149"/>
                  <a:gd name="T102" fmla="*/ 523 w 1347"/>
                  <a:gd name="T103" fmla="*/ 1127 h 1149"/>
                  <a:gd name="T104" fmla="*/ 561 w 1347"/>
                  <a:gd name="T105" fmla="*/ 1133 h 1149"/>
                  <a:gd name="T106" fmla="*/ 560 w 1347"/>
                  <a:gd name="T107" fmla="*/ 1133 h 1149"/>
                  <a:gd name="T108" fmla="*/ 694 w 1347"/>
                  <a:gd name="T109" fmla="*/ 1141 h 1149"/>
                  <a:gd name="T110" fmla="*/ 864 w 1347"/>
                  <a:gd name="T111" fmla="*/ 1109 h 1149"/>
                  <a:gd name="T112" fmla="*/ 872 w 1347"/>
                  <a:gd name="T113" fmla="*/ 1106 h 1149"/>
                  <a:gd name="T114" fmla="*/ 872 w 1347"/>
                  <a:gd name="T115" fmla="*/ 1106 h 1149"/>
                  <a:gd name="T116" fmla="*/ 947 w 1347"/>
                  <a:gd name="T117" fmla="*/ 1075 h 1149"/>
                  <a:gd name="T118" fmla="*/ 977 w 1347"/>
                  <a:gd name="T119" fmla="*/ 1059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47" h="1149">
                    <a:moveTo>
                      <a:pt x="977" y="1059"/>
                    </a:moveTo>
                    <a:cubicBezTo>
                      <a:pt x="994" y="1049"/>
                      <a:pt x="1011" y="1040"/>
                      <a:pt x="1027" y="1029"/>
                    </a:cubicBezTo>
                    <a:cubicBezTo>
                      <a:pt x="1042" y="1019"/>
                      <a:pt x="1055" y="1008"/>
                      <a:pt x="1069" y="997"/>
                    </a:cubicBezTo>
                    <a:cubicBezTo>
                      <a:pt x="1070" y="997"/>
                      <a:pt x="1071" y="996"/>
                      <a:pt x="1071" y="996"/>
                    </a:cubicBezTo>
                    <a:cubicBezTo>
                      <a:pt x="1099" y="974"/>
                      <a:pt x="1124" y="950"/>
                      <a:pt x="1147" y="923"/>
                    </a:cubicBezTo>
                    <a:cubicBezTo>
                      <a:pt x="1148" y="922"/>
                      <a:pt x="1149" y="921"/>
                      <a:pt x="1150" y="919"/>
                    </a:cubicBezTo>
                    <a:cubicBezTo>
                      <a:pt x="1150" y="919"/>
                      <a:pt x="1150" y="919"/>
                      <a:pt x="1151" y="918"/>
                    </a:cubicBezTo>
                    <a:cubicBezTo>
                      <a:pt x="1154" y="915"/>
                      <a:pt x="1157" y="913"/>
                      <a:pt x="1159" y="909"/>
                    </a:cubicBezTo>
                    <a:cubicBezTo>
                      <a:pt x="1178" y="884"/>
                      <a:pt x="1196" y="859"/>
                      <a:pt x="1214" y="834"/>
                    </a:cubicBezTo>
                    <a:cubicBezTo>
                      <a:pt x="1215" y="833"/>
                      <a:pt x="1215" y="831"/>
                      <a:pt x="1216" y="829"/>
                    </a:cubicBezTo>
                    <a:cubicBezTo>
                      <a:pt x="1216" y="829"/>
                      <a:pt x="1216" y="829"/>
                      <a:pt x="1216" y="829"/>
                    </a:cubicBezTo>
                    <a:cubicBezTo>
                      <a:pt x="1217" y="827"/>
                      <a:pt x="1219" y="825"/>
                      <a:pt x="1220" y="823"/>
                    </a:cubicBezTo>
                    <a:cubicBezTo>
                      <a:pt x="1267" y="745"/>
                      <a:pt x="1296" y="660"/>
                      <a:pt x="1305" y="570"/>
                    </a:cubicBezTo>
                    <a:cubicBezTo>
                      <a:pt x="1323" y="407"/>
                      <a:pt x="1284" y="258"/>
                      <a:pt x="1190" y="124"/>
                    </a:cubicBezTo>
                    <a:cubicBezTo>
                      <a:pt x="1187" y="120"/>
                      <a:pt x="1183" y="118"/>
                      <a:pt x="1178" y="117"/>
                    </a:cubicBezTo>
                    <a:cubicBezTo>
                      <a:pt x="1161" y="116"/>
                      <a:pt x="1145" y="111"/>
                      <a:pt x="1131" y="103"/>
                    </a:cubicBezTo>
                    <a:cubicBezTo>
                      <a:pt x="1101" y="88"/>
                      <a:pt x="1087" y="62"/>
                      <a:pt x="1082" y="31"/>
                    </a:cubicBezTo>
                    <a:cubicBezTo>
                      <a:pt x="1080" y="21"/>
                      <a:pt x="1080" y="11"/>
                      <a:pt x="1079" y="1"/>
                    </a:cubicBezTo>
                    <a:cubicBezTo>
                      <a:pt x="1098" y="2"/>
                      <a:pt x="1116" y="6"/>
                      <a:pt x="1132" y="13"/>
                    </a:cubicBezTo>
                    <a:cubicBezTo>
                      <a:pt x="1165" y="27"/>
                      <a:pt x="1181" y="54"/>
                      <a:pt x="1187" y="89"/>
                    </a:cubicBezTo>
                    <a:cubicBezTo>
                      <a:pt x="1188" y="92"/>
                      <a:pt x="1189" y="94"/>
                      <a:pt x="1189" y="97"/>
                    </a:cubicBezTo>
                    <a:cubicBezTo>
                      <a:pt x="1187" y="112"/>
                      <a:pt x="1195" y="124"/>
                      <a:pt x="1203" y="137"/>
                    </a:cubicBezTo>
                    <a:cubicBezTo>
                      <a:pt x="1261" y="222"/>
                      <a:pt x="1296" y="315"/>
                      <a:pt x="1309" y="417"/>
                    </a:cubicBezTo>
                    <a:cubicBezTo>
                      <a:pt x="1347" y="726"/>
                      <a:pt x="1160" y="1019"/>
                      <a:pt x="863" y="1114"/>
                    </a:cubicBezTo>
                    <a:cubicBezTo>
                      <a:pt x="783" y="1140"/>
                      <a:pt x="701" y="1149"/>
                      <a:pt x="617" y="1144"/>
                    </a:cubicBezTo>
                    <a:cubicBezTo>
                      <a:pt x="351" y="1127"/>
                      <a:pt x="118" y="943"/>
                      <a:pt x="39" y="688"/>
                    </a:cubicBezTo>
                    <a:cubicBezTo>
                      <a:pt x="16" y="613"/>
                      <a:pt x="6" y="537"/>
                      <a:pt x="11" y="459"/>
                    </a:cubicBezTo>
                    <a:cubicBezTo>
                      <a:pt x="18" y="336"/>
                      <a:pt x="58" y="224"/>
                      <a:pt x="129" y="124"/>
                    </a:cubicBezTo>
                    <a:cubicBezTo>
                      <a:pt x="132" y="119"/>
                      <a:pt x="134" y="114"/>
                      <a:pt x="134" y="108"/>
                    </a:cubicBezTo>
                    <a:cubicBezTo>
                      <a:pt x="135" y="97"/>
                      <a:pt x="137" y="85"/>
                      <a:pt x="140" y="74"/>
                    </a:cubicBezTo>
                    <a:cubicBezTo>
                      <a:pt x="151" y="33"/>
                      <a:pt x="181" y="12"/>
                      <a:pt x="221" y="4"/>
                    </a:cubicBezTo>
                    <a:cubicBezTo>
                      <a:pt x="228" y="2"/>
                      <a:pt x="235" y="1"/>
                      <a:pt x="244" y="0"/>
                    </a:cubicBezTo>
                    <a:cubicBezTo>
                      <a:pt x="244" y="15"/>
                      <a:pt x="242" y="29"/>
                      <a:pt x="239" y="42"/>
                    </a:cubicBezTo>
                    <a:cubicBezTo>
                      <a:pt x="228" y="86"/>
                      <a:pt x="197" y="109"/>
                      <a:pt x="154" y="116"/>
                    </a:cubicBezTo>
                    <a:cubicBezTo>
                      <a:pt x="141" y="118"/>
                      <a:pt x="134" y="123"/>
                      <a:pt x="127" y="134"/>
                    </a:cubicBezTo>
                    <a:cubicBezTo>
                      <a:pt x="70" y="217"/>
                      <a:pt x="33" y="309"/>
                      <a:pt x="20" y="409"/>
                    </a:cubicBezTo>
                    <a:cubicBezTo>
                      <a:pt x="0" y="556"/>
                      <a:pt x="28" y="694"/>
                      <a:pt x="103" y="823"/>
                    </a:cubicBezTo>
                    <a:cubicBezTo>
                      <a:pt x="104" y="825"/>
                      <a:pt x="106" y="827"/>
                      <a:pt x="108" y="829"/>
                    </a:cubicBezTo>
                    <a:cubicBezTo>
                      <a:pt x="107" y="829"/>
                      <a:pt x="107" y="829"/>
                      <a:pt x="107" y="829"/>
                    </a:cubicBezTo>
                    <a:cubicBezTo>
                      <a:pt x="115" y="841"/>
                      <a:pt x="121" y="853"/>
                      <a:pt x="129" y="863"/>
                    </a:cubicBezTo>
                    <a:cubicBezTo>
                      <a:pt x="144" y="883"/>
                      <a:pt x="159" y="902"/>
                      <a:pt x="174" y="921"/>
                    </a:cubicBezTo>
                    <a:cubicBezTo>
                      <a:pt x="174" y="920"/>
                      <a:pt x="174" y="920"/>
                      <a:pt x="174" y="920"/>
                    </a:cubicBezTo>
                    <a:cubicBezTo>
                      <a:pt x="197" y="948"/>
                      <a:pt x="223" y="972"/>
                      <a:pt x="251" y="995"/>
                    </a:cubicBezTo>
                    <a:cubicBezTo>
                      <a:pt x="251" y="995"/>
                      <a:pt x="252" y="996"/>
                      <a:pt x="253" y="997"/>
                    </a:cubicBezTo>
                    <a:cubicBezTo>
                      <a:pt x="253" y="997"/>
                      <a:pt x="253" y="997"/>
                      <a:pt x="253" y="997"/>
                    </a:cubicBezTo>
                    <a:cubicBezTo>
                      <a:pt x="282" y="1016"/>
                      <a:pt x="310" y="1036"/>
                      <a:pt x="338" y="1055"/>
                    </a:cubicBezTo>
                    <a:cubicBezTo>
                      <a:pt x="341" y="1057"/>
                      <a:pt x="344" y="1058"/>
                      <a:pt x="346" y="1059"/>
                    </a:cubicBezTo>
                    <a:cubicBezTo>
                      <a:pt x="346" y="1059"/>
                      <a:pt x="346" y="1059"/>
                      <a:pt x="346" y="1059"/>
                    </a:cubicBezTo>
                    <a:cubicBezTo>
                      <a:pt x="373" y="1072"/>
                      <a:pt x="400" y="1085"/>
                      <a:pt x="428" y="1098"/>
                    </a:cubicBezTo>
                    <a:cubicBezTo>
                      <a:pt x="435" y="1101"/>
                      <a:pt x="443" y="1103"/>
                      <a:pt x="451" y="1106"/>
                    </a:cubicBezTo>
                    <a:cubicBezTo>
                      <a:pt x="451" y="1106"/>
                      <a:pt x="451" y="1106"/>
                      <a:pt x="451" y="1106"/>
                    </a:cubicBezTo>
                    <a:cubicBezTo>
                      <a:pt x="475" y="1113"/>
                      <a:pt x="499" y="1120"/>
                      <a:pt x="523" y="1127"/>
                    </a:cubicBezTo>
                    <a:cubicBezTo>
                      <a:pt x="536" y="1130"/>
                      <a:pt x="548" y="1131"/>
                      <a:pt x="561" y="1133"/>
                    </a:cubicBezTo>
                    <a:cubicBezTo>
                      <a:pt x="560" y="1133"/>
                      <a:pt x="560" y="1133"/>
                      <a:pt x="560" y="1133"/>
                    </a:cubicBezTo>
                    <a:cubicBezTo>
                      <a:pt x="605" y="1141"/>
                      <a:pt x="649" y="1143"/>
                      <a:pt x="694" y="1141"/>
                    </a:cubicBezTo>
                    <a:cubicBezTo>
                      <a:pt x="752" y="1138"/>
                      <a:pt x="808" y="1128"/>
                      <a:pt x="864" y="1109"/>
                    </a:cubicBezTo>
                    <a:cubicBezTo>
                      <a:pt x="867" y="1108"/>
                      <a:pt x="869" y="1107"/>
                      <a:pt x="872" y="1106"/>
                    </a:cubicBezTo>
                    <a:cubicBezTo>
                      <a:pt x="872" y="1106"/>
                      <a:pt x="872" y="1106"/>
                      <a:pt x="872" y="1106"/>
                    </a:cubicBezTo>
                    <a:cubicBezTo>
                      <a:pt x="897" y="1096"/>
                      <a:pt x="922" y="1086"/>
                      <a:pt x="947" y="1075"/>
                    </a:cubicBezTo>
                    <a:cubicBezTo>
                      <a:pt x="957" y="1071"/>
                      <a:pt x="967" y="1065"/>
                      <a:pt x="977" y="10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7"/>
              <p:cNvSpPr/>
              <p:nvPr/>
            </p:nvSpPr>
            <p:spPr bwMode="auto">
              <a:xfrm>
                <a:off x="3059113" y="5224463"/>
                <a:ext cx="85725" cy="73025"/>
              </a:xfrm>
              <a:custGeom>
                <a:avLst/>
                <a:gdLst>
                  <a:gd name="T0" fmla="*/ 83 w 83"/>
                  <a:gd name="T1" fmla="*/ 11 h 70"/>
                  <a:gd name="T2" fmla="*/ 0 w 83"/>
                  <a:gd name="T3" fmla="*/ 58 h 70"/>
                  <a:gd name="T4" fmla="*/ 83 w 83"/>
                  <a:gd name="T5" fmla="*/ 1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0">
                    <a:moveTo>
                      <a:pt x="83" y="11"/>
                    </a:moveTo>
                    <a:cubicBezTo>
                      <a:pt x="72" y="54"/>
                      <a:pt x="37" y="70"/>
                      <a:pt x="0" y="58"/>
                    </a:cubicBezTo>
                    <a:cubicBezTo>
                      <a:pt x="10" y="16"/>
                      <a:pt x="45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8"/>
              <p:cNvSpPr/>
              <p:nvPr/>
            </p:nvSpPr>
            <p:spPr bwMode="auto">
              <a:xfrm>
                <a:off x="2987676" y="5197475"/>
                <a:ext cx="74613" cy="85725"/>
              </a:xfrm>
              <a:custGeom>
                <a:avLst/>
                <a:gdLst>
                  <a:gd name="T0" fmla="*/ 58 w 72"/>
                  <a:gd name="T1" fmla="*/ 83 h 83"/>
                  <a:gd name="T2" fmla="*/ 10 w 72"/>
                  <a:gd name="T3" fmla="*/ 0 h 83"/>
                  <a:gd name="T4" fmla="*/ 58 w 72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3">
                    <a:moveTo>
                      <a:pt x="58" y="83"/>
                    </a:moveTo>
                    <a:cubicBezTo>
                      <a:pt x="15" y="71"/>
                      <a:pt x="0" y="38"/>
                      <a:pt x="10" y="0"/>
                    </a:cubicBezTo>
                    <a:cubicBezTo>
                      <a:pt x="48" y="5"/>
                      <a:pt x="72" y="46"/>
                      <a:pt x="58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9"/>
              <p:cNvSpPr/>
              <p:nvPr/>
            </p:nvSpPr>
            <p:spPr bwMode="auto">
              <a:xfrm>
                <a:off x="1695451" y="5224463"/>
                <a:ext cx="87313" cy="73025"/>
              </a:xfrm>
              <a:custGeom>
                <a:avLst/>
                <a:gdLst>
                  <a:gd name="T0" fmla="*/ 84 w 84"/>
                  <a:gd name="T1" fmla="*/ 59 h 71"/>
                  <a:gd name="T2" fmla="*/ 0 w 84"/>
                  <a:gd name="T3" fmla="*/ 12 h 71"/>
                  <a:gd name="T4" fmla="*/ 84 w 84"/>
                  <a:gd name="T5" fmla="*/ 5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59"/>
                    </a:moveTo>
                    <a:cubicBezTo>
                      <a:pt x="46" y="71"/>
                      <a:pt x="11" y="55"/>
                      <a:pt x="0" y="12"/>
                    </a:cubicBezTo>
                    <a:cubicBezTo>
                      <a:pt x="38" y="0"/>
                      <a:pt x="73" y="17"/>
                      <a:pt x="84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0"/>
              <p:cNvSpPr/>
              <p:nvPr/>
            </p:nvSpPr>
            <p:spPr bwMode="auto">
              <a:xfrm>
                <a:off x="1966913" y="5462588"/>
                <a:ext cx="60325" cy="100013"/>
              </a:xfrm>
              <a:custGeom>
                <a:avLst/>
                <a:gdLst>
                  <a:gd name="T0" fmla="*/ 27 w 58"/>
                  <a:gd name="T1" fmla="*/ 96 h 96"/>
                  <a:gd name="T2" fmla="*/ 27 w 58"/>
                  <a:gd name="T3" fmla="*/ 96 h 96"/>
                  <a:gd name="T4" fmla="*/ 22 w 58"/>
                  <a:gd name="T5" fmla="*/ 88 h 96"/>
                  <a:gd name="T6" fmla="*/ 29 w 58"/>
                  <a:gd name="T7" fmla="*/ 0 h 96"/>
                  <a:gd name="T8" fmla="*/ 49 w 58"/>
                  <a:gd name="T9" fmla="*/ 66 h 96"/>
                  <a:gd name="T10" fmla="*/ 33 w 58"/>
                  <a:gd name="T11" fmla="*/ 92 h 96"/>
                  <a:gd name="T12" fmla="*/ 27 w 5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6">
                    <a:moveTo>
                      <a:pt x="27" y="96"/>
                    </a:moveTo>
                    <a:cubicBezTo>
                      <a:pt x="27" y="96"/>
                      <a:pt x="27" y="96"/>
                      <a:pt x="27" y="96"/>
                    </a:cubicBezTo>
                    <a:cubicBezTo>
                      <a:pt x="26" y="93"/>
                      <a:pt x="24" y="91"/>
                      <a:pt x="22" y="88"/>
                    </a:cubicBezTo>
                    <a:cubicBezTo>
                      <a:pt x="0" y="59"/>
                      <a:pt x="2" y="25"/>
                      <a:pt x="29" y="0"/>
                    </a:cubicBezTo>
                    <a:cubicBezTo>
                      <a:pt x="47" y="13"/>
                      <a:pt x="58" y="44"/>
                      <a:pt x="49" y="66"/>
                    </a:cubicBezTo>
                    <a:cubicBezTo>
                      <a:pt x="45" y="75"/>
                      <a:pt x="39" y="84"/>
                      <a:pt x="33" y="92"/>
                    </a:cubicBezTo>
                    <a:cubicBezTo>
                      <a:pt x="32" y="94"/>
                      <a:pt x="29" y="95"/>
                      <a:pt x="2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1"/>
              <p:cNvSpPr/>
              <p:nvPr/>
            </p:nvSpPr>
            <p:spPr bwMode="auto">
              <a:xfrm>
                <a:off x="2816226" y="5462588"/>
                <a:ext cx="57150" cy="100013"/>
              </a:xfrm>
              <a:custGeom>
                <a:avLst/>
                <a:gdLst>
                  <a:gd name="T0" fmla="*/ 29 w 55"/>
                  <a:gd name="T1" fmla="*/ 95 h 96"/>
                  <a:gd name="T2" fmla="*/ 27 w 55"/>
                  <a:gd name="T3" fmla="*/ 96 h 96"/>
                  <a:gd name="T4" fmla="*/ 4 w 55"/>
                  <a:gd name="T5" fmla="*/ 57 h 96"/>
                  <a:gd name="T6" fmla="*/ 25 w 55"/>
                  <a:gd name="T7" fmla="*/ 0 h 96"/>
                  <a:gd name="T8" fmla="*/ 40 w 55"/>
                  <a:gd name="T9" fmla="*/ 79 h 96"/>
                  <a:gd name="T10" fmla="*/ 29 w 55"/>
                  <a:gd name="T11" fmla="*/ 9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" h="96">
                    <a:moveTo>
                      <a:pt x="29" y="95"/>
                    </a:moveTo>
                    <a:cubicBezTo>
                      <a:pt x="29" y="95"/>
                      <a:pt x="28" y="96"/>
                      <a:pt x="27" y="96"/>
                    </a:cubicBezTo>
                    <a:cubicBezTo>
                      <a:pt x="14" y="86"/>
                      <a:pt x="7" y="72"/>
                      <a:pt x="4" y="57"/>
                    </a:cubicBezTo>
                    <a:cubicBezTo>
                      <a:pt x="0" y="34"/>
                      <a:pt x="11" y="16"/>
                      <a:pt x="25" y="0"/>
                    </a:cubicBezTo>
                    <a:cubicBezTo>
                      <a:pt x="49" y="18"/>
                      <a:pt x="55" y="52"/>
                      <a:pt x="40" y="79"/>
                    </a:cubicBezTo>
                    <a:cubicBezTo>
                      <a:pt x="36" y="84"/>
                      <a:pt x="33" y="90"/>
                      <a:pt x="29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2"/>
              <p:cNvSpPr/>
              <p:nvPr/>
            </p:nvSpPr>
            <p:spPr bwMode="auto">
              <a:xfrm>
                <a:off x="1781176" y="5197475"/>
                <a:ext cx="73025" cy="85725"/>
              </a:xfrm>
              <a:custGeom>
                <a:avLst/>
                <a:gdLst>
                  <a:gd name="T0" fmla="*/ 60 w 71"/>
                  <a:gd name="T1" fmla="*/ 0 h 83"/>
                  <a:gd name="T2" fmla="*/ 13 w 71"/>
                  <a:gd name="T3" fmla="*/ 83 h 83"/>
                  <a:gd name="T4" fmla="*/ 60 w 71"/>
                  <a:gd name="T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60" y="0"/>
                    </a:moveTo>
                    <a:cubicBezTo>
                      <a:pt x="71" y="39"/>
                      <a:pt x="55" y="71"/>
                      <a:pt x="13" y="83"/>
                    </a:cubicBezTo>
                    <a:cubicBezTo>
                      <a:pt x="0" y="45"/>
                      <a:pt x="17" y="1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3"/>
              <p:cNvSpPr/>
              <p:nvPr/>
            </p:nvSpPr>
            <p:spPr bwMode="auto">
              <a:xfrm>
                <a:off x="2528888" y="5700713"/>
                <a:ext cx="87313" cy="74613"/>
              </a:xfrm>
              <a:custGeom>
                <a:avLst/>
                <a:gdLst>
                  <a:gd name="T0" fmla="*/ 0 w 84"/>
                  <a:gd name="T1" fmla="*/ 12 h 71"/>
                  <a:gd name="T2" fmla="*/ 84 w 84"/>
                  <a:gd name="T3" fmla="*/ 60 h 71"/>
                  <a:gd name="T4" fmla="*/ 0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0" y="12"/>
                    </a:moveTo>
                    <a:cubicBezTo>
                      <a:pt x="39" y="0"/>
                      <a:pt x="75" y="21"/>
                      <a:pt x="84" y="60"/>
                    </a:cubicBezTo>
                    <a:cubicBezTo>
                      <a:pt x="47" y="71"/>
                      <a:pt x="11" y="55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24"/>
              <p:cNvSpPr/>
              <p:nvPr/>
            </p:nvSpPr>
            <p:spPr bwMode="auto">
              <a:xfrm>
                <a:off x="2943226" y="5294313"/>
                <a:ext cx="68263" cy="93663"/>
              </a:xfrm>
              <a:custGeom>
                <a:avLst/>
                <a:gdLst>
                  <a:gd name="T0" fmla="*/ 52 w 66"/>
                  <a:gd name="T1" fmla="*/ 90 h 90"/>
                  <a:gd name="T2" fmla="*/ 18 w 66"/>
                  <a:gd name="T3" fmla="*/ 0 h 90"/>
                  <a:gd name="T4" fmla="*/ 56 w 66"/>
                  <a:gd name="T5" fmla="*/ 78 h 90"/>
                  <a:gd name="T6" fmla="*/ 52 w 66"/>
                  <a:gd name="T7" fmla="*/ 90 h 90"/>
                  <a:gd name="T8" fmla="*/ 52 w 66"/>
                  <a:gd name="T9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90">
                    <a:moveTo>
                      <a:pt x="52" y="90"/>
                    </a:moveTo>
                    <a:cubicBezTo>
                      <a:pt x="13" y="72"/>
                      <a:pt x="0" y="38"/>
                      <a:pt x="18" y="0"/>
                    </a:cubicBezTo>
                    <a:cubicBezTo>
                      <a:pt x="50" y="10"/>
                      <a:pt x="66" y="43"/>
                      <a:pt x="56" y="78"/>
                    </a:cubicBezTo>
                    <a:cubicBezTo>
                      <a:pt x="55" y="82"/>
                      <a:pt x="53" y="86"/>
                      <a:pt x="52" y="90"/>
                    </a:cubicBezTo>
                    <a:cubicBezTo>
                      <a:pt x="52" y="90"/>
                      <a:pt x="52" y="90"/>
                      <a:pt x="52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25"/>
              <p:cNvSpPr/>
              <p:nvPr/>
            </p:nvSpPr>
            <p:spPr bwMode="auto">
              <a:xfrm>
                <a:off x="2057401" y="5529263"/>
                <a:ext cx="60325" cy="98425"/>
              </a:xfrm>
              <a:custGeom>
                <a:avLst/>
                <a:gdLst>
                  <a:gd name="T0" fmla="*/ 34 w 58"/>
                  <a:gd name="T1" fmla="*/ 94 h 94"/>
                  <a:gd name="T2" fmla="*/ 21 w 58"/>
                  <a:gd name="T3" fmla="*/ 81 h 94"/>
                  <a:gd name="T4" fmla="*/ 20 w 58"/>
                  <a:gd name="T5" fmla="*/ 0 h 94"/>
                  <a:gd name="T6" fmla="*/ 50 w 58"/>
                  <a:gd name="T7" fmla="*/ 68 h 94"/>
                  <a:gd name="T8" fmla="*/ 40 w 58"/>
                  <a:gd name="T9" fmla="*/ 90 h 94"/>
                  <a:gd name="T10" fmla="*/ 34 w 58"/>
                  <a:gd name="T11" fmla="*/ 94 h 94"/>
                  <a:gd name="T12" fmla="*/ 34 w 58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4">
                    <a:moveTo>
                      <a:pt x="34" y="94"/>
                    </a:moveTo>
                    <a:cubicBezTo>
                      <a:pt x="30" y="90"/>
                      <a:pt x="26" y="86"/>
                      <a:pt x="21" y="81"/>
                    </a:cubicBezTo>
                    <a:cubicBezTo>
                      <a:pt x="0" y="58"/>
                      <a:pt x="0" y="29"/>
                      <a:pt x="20" y="0"/>
                    </a:cubicBezTo>
                    <a:cubicBezTo>
                      <a:pt x="42" y="14"/>
                      <a:pt x="58" y="41"/>
                      <a:pt x="50" y="68"/>
                    </a:cubicBezTo>
                    <a:cubicBezTo>
                      <a:pt x="47" y="76"/>
                      <a:pt x="44" y="83"/>
                      <a:pt x="40" y="90"/>
                    </a:cubicBezTo>
                    <a:cubicBezTo>
                      <a:pt x="39" y="92"/>
                      <a:pt x="36" y="93"/>
                      <a:pt x="34" y="94"/>
                    </a:cubicBezTo>
                    <a:cubicBezTo>
                      <a:pt x="34" y="94"/>
                      <a:pt x="34" y="94"/>
                      <a:pt x="34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26"/>
              <p:cNvSpPr/>
              <p:nvPr/>
            </p:nvSpPr>
            <p:spPr bwMode="auto">
              <a:xfrm>
                <a:off x="1806576" y="5445125"/>
                <a:ext cx="98425" cy="68263"/>
              </a:xfrm>
              <a:custGeom>
                <a:avLst/>
                <a:gdLst>
                  <a:gd name="T0" fmla="*/ 0 w 95"/>
                  <a:gd name="T1" fmla="*/ 24 h 66"/>
                  <a:gd name="T2" fmla="*/ 95 w 95"/>
                  <a:gd name="T3" fmla="*/ 41 h 66"/>
                  <a:gd name="T4" fmla="*/ 0 w 95"/>
                  <a:gd name="T5" fmla="*/ 2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6">
                    <a:moveTo>
                      <a:pt x="0" y="24"/>
                    </a:moveTo>
                    <a:cubicBezTo>
                      <a:pt x="34" y="0"/>
                      <a:pt x="71" y="6"/>
                      <a:pt x="95" y="41"/>
                    </a:cubicBezTo>
                    <a:cubicBezTo>
                      <a:pt x="60" y="66"/>
                      <a:pt x="24" y="58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27"/>
              <p:cNvSpPr/>
              <p:nvPr/>
            </p:nvSpPr>
            <p:spPr bwMode="auto">
              <a:xfrm>
                <a:off x="1668463" y="4978400"/>
                <a:ext cx="74613" cy="76200"/>
              </a:xfrm>
              <a:custGeom>
                <a:avLst/>
                <a:gdLst>
                  <a:gd name="T0" fmla="*/ 5 w 71"/>
                  <a:gd name="T1" fmla="*/ 0 h 73"/>
                  <a:gd name="T2" fmla="*/ 66 w 71"/>
                  <a:gd name="T3" fmla="*/ 73 h 73"/>
                  <a:gd name="T4" fmla="*/ 5 w 71"/>
                  <a:gd name="T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73">
                    <a:moveTo>
                      <a:pt x="5" y="0"/>
                    </a:moveTo>
                    <a:cubicBezTo>
                      <a:pt x="47" y="2"/>
                      <a:pt x="71" y="32"/>
                      <a:pt x="66" y="73"/>
                    </a:cubicBezTo>
                    <a:cubicBezTo>
                      <a:pt x="23" y="71"/>
                      <a:pt x="0" y="39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28"/>
              <p:cNvSpPr/>
              <p:nvPr/>
            </p:nvSpPr>
            <p:spPr bwMode="auto">
              <a:xfrm>
                <a:off x="3092451" y="4978400"/>
                <a:ext cx="82550" cy="77788"/>
              </a:xfrm>
              <a:custGeom>
                <a:avLst/>
                <a:gdLst>
                  <a:gd name="T0" fmla="*/ 72 w 79"/>
                  <a:gd name="T1" fmla="*/ 1 h 76"/>
                  <a:gd name="T2" fmla="*/ 10 w 79"/>
                  <a:gd name="T3" fmla="*/ 74 h 76"/>
                  <a:gd name="T4" fmla="*/ 72 w 79"/>
                  <a:gd name="T5" fmla="*/ 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" h="76">
                    <a:moveTo>
                      <a:pt x="72" y="1"/>
                    </a:moveTo>
                    <a:cubicBezTo>
                      <a:pt x="79" y="38"/>
                      <a:pt x="47" y="76"/>
                      <a:pt x="10" y="74"/>
                    </a:cubicBezTo>
                    <a:cubicBezTo>
                      <a:pt x="0" y="40"/>
                      <a:pt x="34" y="0"/>
                      <a:pt x="7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29"/>
              <p:cNvSpPr/>
              <p:nvPr/>
            </p:nvSpPr>
            <p:spPr bwMode="auto">
              <a:xfrm>
                <a:off x="3009901" y="5095875"/>
                <a:ext cx="79375" cy="79375"/>
              </a:xfrm>
              <a:custGeom>
                <a:avLst/>
                <a:gdLst>
                  <a:gd name="T0" fmla="*/ 6 w 76"/>
                  <a:gd name="T1" fmla="*/ 0 h 77"/>
                  <a:gd name="T2" fmla="*/ 67 w 76"/>
                  <a:gd name="T3" fmla="*/ 73 h 77"/>
                  <a:gd name="T4" fmla="*/ 6 w 76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7">
                    <a:moveTo>
                      <a:pt x="6" y="0"/>
                    </a:moveTo>
                    <a:cubicBezTo>
                      <a:pt x="46" y="1"/>
                      <a:pt x="76" y="37"/>
                      <a:pt x="67" y="73"/>
                    </a:cubicBezTo>
                    <a:cubicBezTo>
                      <a:pt x="31" y="77"/>
                      <a:pt x="0" y="39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30"/>
              <p:cNvSpPr/>
              <p:nvPr/>
            </p:nvSpPr>
            <p:spPr bwMode="auto">
              <a:xfrm>
                <a:off x="1990726" y="5611813"/>
                <a:ext cx="98425" cy="68263"/>
              </a:xfrm>
              <a:custGeom>
                <a:avLst/>
                <a:gdLst>
                  <a:gd name="T0" fmla="*/ 95 w 95"/>
                  <a:gd name="T1" fmla="*/ 24 h 65"/>
                  <a:gd name="T2" fmla="*/ 0 w 95"/>
                  <a:gd name="T3" fmla="*/ 41 h 65"/>
                  <a:gd name="T4" fmla="*/ 95 w 95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95" y="24"/>
                    </a:moveTo>
                    <a:cubicBezTo>
                      <a:pt x="71" y="59"/>
                      <a:pt x="34" y="65"/>
                      <a:pt x="0" y="41"/>
                    </a:cubicBezTo>
                    <a:cubicBezTo>
                      <a:pt x="23" y="5"/>
                      <a:pt x="63" y="0"/>
                      <a:pt x="9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31"/>
              <p:cNvSpPr/>
              <p:nvPr/>
            </p:nvSpPr>
            <p:spPr bwMode="auto">
              <a:xfrm>
                <a:off x="2851151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6" y="0"/>
                      <a:pt x="70" y="1"/>
                      <a:pt x="96" y="30"/>
                    </a:cubicBezTo>
                    <a:cubicBezTo>
                      <a:pt x="67" y="61"/>
                      <a:pt x="28" y="60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32"/>
              <p:cNvSpPr/>
              <p:nvPr/>
            </p:nvSpPr>
            <p:spPr bwMode="auto">
              <a:xfrm>
                <a:off x="1893888" y="5384800"/>
                <a:ext cx="60325" cy="100013"/>
              </a:xfrm>
              <a:custGeom>
                <a:avLst/>
                <a:gdLst>
                  <a:gd name="T0" fmla="*/ 18 w 57"/>
                  <a:gd name="T1" fmla="*/ 96 h 96"/>
                  <a:gd name="T2" fmla="*/ 5 w 57"/>
                  <a:gd name="T3" fmla="*/ 62 h 96"/>
                  <a:gd name="T4" fmla="*/ 35 w 57"/>
                  <a:gd name="T5" fmla="*/ 0 h 96"/>
                  <a:gd name="T6" fmla="*/ 41 w 57"/>
                  <a:gd name="T7" fmla="*/ 70 h 96"/>
                  <a:gd name="T8" fmla="*/ 18 w 57"/>
                  <a:gd name="T9" fmla="*/ 95 h 96"/>
                  <a:gd name="T10" fmla="*/ 18 w 57"/>
                  <a:gd name="T11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6">
                    <a:moveTo>
                      <a:pt x="18" y="96"/>
                    </a:moveTo>
                    <a:cubicBezTo>
                      <a:pt x="14" y="84"/>
                      <a:pt x="7" y="73"/>
                      <a:pt x="5" y="62"/>
                    </a:cubicBezTo>
                    <a:cubicBezTo>
                      <a:pt x="0" y="38"/>
                      <a:pt x="13" y="14"/>
                      <a:pt x="35" y="0"/>
                    </a:cubicBezTo>
                    <a:cubicBezTo>
                      <a:pt x="51" y="19"/>
                      <a:pt x="57" y="49"/>
                      <a:pt x="41" y="70"/>
                    </a:cubicBezTo>
                    <a:cubicBezTo>
                      <a:pt x="35" y="80"/>
                      <a:pt x="26" y="87"/>
                      <a:pt x="18" y="95"/>
                    </a:cubicBezTo>
                    <a:cubicBezTo>
                      <a:pt x="18" y="95"/>
                      <a:pt x="18" y="96"/>
                      <a:pt x="1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33"/>
              <p:cNvSpPr/>
              <p:nvPr/>
            </p:nvSpPr>
            <p:spPr bwMode="auto">
              <a:xfrm>
                <a:off x="1833563" y="4676775"/>
                <a:ext cx="98425" cy="68263"/>
              </a:xfrm>
              <a:custGeom>
                <a:avLst/>
                <a:gdLst>
                  <a:gd name="T0" fmla="*/ 0 w 95"/>
                  <a:gd name="T1" fmla="*/ 41 h 65"/>
                  <a:gd name="T2" fmla="*/ 95 w 95"/>
                  <a:gd name="T3" fmla="*/ 24 h 65"/>
                  <a:gd name="T4" fmla="*/ 0 w 95"/>
                  <a:gd name="T5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0" y="41"/>
                    </a:moveTo>
                    <a:cubicBezTo>
                      <a:pt x="24" y="6"/>
                      <a:pt x="61" y="0"/>
                      <a:pt x="95" y="24"/>
                    </a:cubicBezTo>
                    <a:cubicBezTo>
                      <a:pt x="71" y="61"/>
                      <a:pt x="33" y="65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34"/>
              <p:cNvSpPr/>
              <p:nvPr/>
            </p:nvSpPr>
            <p:spPr bwMode="auto">
              <a:xfrm>
                <a:off x="3046413" y="4727575"/>
                <a:ext cx="73025" cy="93663"/>
              </a:xfrm>
              <a:custGeom>
                <a:avLst/>
                <a:gdLst>
                  <a:gd name="T0" fmla="*/ 19 w 70"/>
                  <a:gd name="T1" fmla="*/ 90 h 90"/>
                  <a:gd name="T2" fmla="*/ 51 w 70"/>
                  <a:gd name="T3" fmla="*/ 0 h 90"/>
                  <a:gd name="T4" fmla="*/ 19 w 70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" h="90">
                    <a:moveTo>
                      <a:pt x="19" y="90"/>
                    </a:moveTo>
                    <a:cubicBezTo>
                      <a:pt x="0" y="54"/>
                      <a:pt x="14" y="16"/>
                      <a:pt x="51" y="0"/>
                    </a:cubicBezTo>
                    <a:cubicBezTo>
                      <a:pt x="70" y="36"/>
                      <a:pt x="59" y="72"/>
                      <a:pt x="1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35"/>
              <p:cNvSpPr/>
              <p:nvPr/>
            </p:nvSpPr>
            <p:spPr bwMode="auto">
              <a:xfrm>
                <a:off x="1831976" y="5294313"/>
                <a:ext cx="66675" cy="93663"/>
              </a:xfrm>
              <a:custGeom>
                <a:avLst/>
                <a:gdLst>
                  <a:gd name="T0" fmla="*/ 12 w 64"/>
                  <a:gd name="T1" fmla="*/ 91 h 91"/>
                  <a:gd name="T2" fmla="*/ 5 w 64"/>
                  <a:gd name="T3" fmla="*/ 70 h 91"/>
                  <a:gd name="T4" fmla="*/ 30 w 64"/>
                  <a:gd name="T5" fmla="*/ 9 h 91"/>
                  <a:gd name="T6" fmla="*/ 45 w 64"/>
                  <a:gd name="T7" fmla="*/ 0 h 91"/>
                  <a:gd name="T8" fmla="*/ 11 w 64"/>
                  <a:gd name="T9" fmla="*/ 91 h 91"/>
                  <a:gd name="T10" fmla="*/ 12 w 64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91">
                    <a:moveTo>
                      <a:pt x="12" y="91"/>
                    </a:moveTo>
                    <a:cubicBezTo>
                      <a:pt x="10" y="84"/>
                      <a:pt x="7" y="77"/>
                      <a:pt x="5" y="70"/>
                    </a:cubicBezTo>
                    <a:cubicBezTo>
                      <a:pt x="0" y="44"/>
                      <a:pt x="9" y="24"/>
                      <a:pt x="30" y="9"/>
                    </a:cubicBezTo>
                    <a:cubicBezTo>
                      <a:pt x="35" y="6"/>
                      <a:pt x="40" y="3"/>
                      <a:pt x="45" y="0"/>
                    </a:cubicBezTo>
                    <a:cubicBezTo>
                      <a:pt x="64" y="38"/>
                      <a:pt x="51" y="73"/>
                      <a:pt x="11" y="91"/>
                    </a:cubicBezTo>
                    <a:cubicBezTo>
                      <a:pt x="11" y="91"/>
                      <a:pt x="12" y="91"/>
                      <a:pt x="12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36"/>
              <p:cNvSpPr/>
              <p:nvPr/>
            </p:nvSpPr>
            <p:spPr bwMode="auto">
              <a:xfrm>
                <a:off x="3006726" y="5340350"/>
                <a:ext cx="93663" cy="69850"/>
              </a:xfrm>
              <a:custGeom>
                <a:avLst/>
                <a:gdLst>
                  <a:gd name="T0" fmla="*/ 90 w 90"/>
                  <a:gd name="T1" fmla="*/ 17 h 67"/>
                  <a:gd name="T2" fmla="*/ 0 w 90"/>
                  <a:gd name="T3" fmla="*/ 50 h 67"/>
                  <a:gd name="T4" fmla="*/ 90 w 90"/>
                  <a:gd name="T5" fmla="*/ 1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7">
                    <a:moveTo>
                      <a:pt x="90" y="17"/>
                    </a:moveTo>
                    <a:cubicBezTo>
                      <a:pt x="73" y="57"/>
                      <a:pt x="37" y="67"/>
                      <a:pt x="0" y="50"/>
                    </a:cubicBezTo>
                    <a:cubicBezTo>
                      <a:pt x="17" y="9"/>
                      <a:pt x="55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37"/>
              <p:cNvSpPr/>
              <p:nvPr/>
            </p:nvSpPr>
            <p:spPr bwMode="auto">
              <a:xfrm>
                <a:off x="2936876" y="5445125"/>
                <a:ext cx="98425" cy="68263"/>
              </a:xfrm>
              <a:custGeom>
                <a:avLst/>
                <a:gdLst>
                  <a:gd name="T0" fmla="*/ 0 w 94"/>
                  <a:gd name="T1" fmla="*/ 42 h 66"/>
                  <a:gd name="T2" fmla="*/ 94 w 94"/>
                  <a:gd name="T3" fmla="*/ 25 h 66"/>
                  <a:gd name="T4" fmla="*/ 0 w 94"/>
                  <a:gd name="T5" fmla="*/ 4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6">
                    <a:moveTo>
                      <a:pt x="0" y="42"/>
                    </a:moveTo>
                    <a:cubicBezTo>
                      <a:pt x="23" y="9"/>
                      <a:pt x="59" y="0"/>
                      <a:pt x="94" y="25"/>
                    </a:cubicBezTo>
                    <a:cubicBezTo>
                      <a:pt x="71" y="61"/>
                      <a:pt x="32" y="66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38"/>
              <p:cNvSpPr/>
              <p:nvPr/>
            </p:nvSpPr>
            <p:spPr bwMode="auto">
              <a:xfrm>
                <a:off x="2154238" y="5581650"/>
                <a:ext cx="66675" cy="95250"/>
              </a:xfrm>
              <a:custGeom>
                <a:avLst/>
                <a:gdLst>
                  <a:gd name="T0" fmla="*/ 46 w 65"/>
                  <a:gd name="T1" fmla="*/ 91 h 91"/>
                  <a:gd name="T2" fmla="*/ 23 w 65"/>
                  <a:gd name="T3" fmla="*/ 74 h 91"/>
                  <a:gd name="T4" fmla="*/ 14 w 65"/>
                  <a:gd name="T5" fmla="*/ 0 h 91"/>
                  <a:gd name="T6" fmla="*/ 48 w 65"/>
                  <a:gd name="T7" fmla="*/ 87 h 91"/>
                  <a:gd name="T8" fmla="*/ 46 w 65"/>
                  <a:gd name="T9" fmla="*/ 91 h 91"/>
                  <a:gd name="T10" fmla="*/ 46 w 65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91">
                    <a:moveTo>
                      <a:pt x="46" y="91"/>
                    </a:moveTo>
                    <a:cubicBezTo>
                      <a:pt x="38" y="85"/>
                      <a:pt x="30" y="80"/>
                      <a:pt x="23" y="74"/>
                    </a:cubicBezTo>
                    <a:cubicBezTo>
                      <a:pt x="0" y="53"/>
                      <a:pt x="3" y="20"/>
                      <a:pt x="14" y="0"/>
                    </a:cubicBezTo>
                    <a:cubicBezTo>
                      <a:pt x="50" y="15"/>
                      <a:pt x="65" y="51"/>
                      <a:pt x="48" y="87"/>
                    </a:cubicBezTo>
                    <a:cubicBezTo>
                      <a:pt x="48" y="88"/>
                      <a:pt x="47" y="89"/>
                      <a:pt x="46" y="91"/>
                    </a:cubicBezTo>
                    <a:cubicBezTo>
                      <a:pt x="46" y="91"/>
                      <a:pt x="46" y="91"/>
                      <a:pt x="46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39"/>
              <p:cNvSpPr/>
              <p:nvPr/>
            </p:nvSpPr>
            <p:spPr bwMode="auto">
              <a:xfrm>
                <a:off x="2752726" y="5611813"/>
                <a:ext cx="98425" cy="68263"/>
              </a:xfrm>
              <a:custGeom>
                <a:avLst/>
                <a:gdLst>
                  <a:gd name="T0" fmla="*/ 0 w 94"/>
                  <a:gd name="T1" fmla="*/ 24 h 65"/>
                  <a:gd name="T2" fmla="*/ 94 w 94"/>
                  <a:gd name="T3" fmla="*/ 41 h 65"/>
                  <a:gd name="T4" fmla="*/ 0 w 94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5">
                    <a:moveTo>
                      <a:pt x="0" y="24"/>
                    </a:moveTo>
                    <a:cubicBezTo>
                      <a:pt x="34" y="0"/>
                      <a:pt x="71" y="5"/>
                      <a:pt x="94" y="41"/>
                    </a:cubicBezTo>
                    <a:cubicBezTo>
                      <a:pt x="60" y="65"/>
                      <a:pt x="24" y="59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40"/>
              <p:cNvSpPr/>
              <p:nvPr/>
            </p:nvSpPr>
            <p:spPr bwMode="auto">
              <a:xfrm>
                <a:off x="2225676" y="5702300"/>
                <a:ext cx="87313" cy="74613"/>
              </a:xfrm>
              <a:custGeom>
                <a:avLst/>
                <a:gdLst>
                  <a:gd name="T0" fmla="*/ 83 w 83"/>
                  <a:gd name="T1" fmla="*/ 11 h 71"/>
                  <a:gd name="T2" fmla="*/ 0 w 83"/>
                  <a:gd name="T3" fmla="*/ 59 h 71"/>
                  <a:gd name="T4" fmla="*/ 83 w 83"/>
                  <a:gd name="T5" fmla="*/ 1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1">
                    <a:moveTo>
                      <a:pt x="83" y="11"/>
                    </a:moveTo>
                    <a:cubicBezTo>
                      <a:pt x="72" y="54"/>
                      <a:pt x="36" y="71"/>
                      <a:pt x="0" y="59"/>
                    </a:cubicBezTo>
                    <a:cubicBezTo>
                      <a:pt x="11" y="18"/>
                      <a:pt x="42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41"/>
              <p:cNvSpPr/>
              <p:nvPr/>
            </p:nvSpPr>
            <p:spPr bwMode="auto">
              <a:xfrm>
                <a:off x="1781176" y="4616450"/>
                <a:ext cx="68263" cy="96838"/>
              </a:xfrm>
              <a:custGeom>
                <a:avLst/>
                <a:gdLst>
                  <a:gd name="T0" fmla="*/ 25 w 66"/>
                  <a:gd name="T1" fmla="*/ 0 h 94"/>
                  <a:gd name="T2" fmla="*/ 42 w 66"/>
                  <a:gd name="T3" fmla="*/ 94 h 94"/>
                  <a:gd name="T4" fmla="*/ 25 w 66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" h="94">
                    <a:moveTo>
                      <a:pt x="25" y="0"/>
                    </a:moveTo>
                    <a:cubicBezTo>
                      <a:pt x="59" y="22"/>
                      <a:pt x="66" y="63"/>
                      <a:pt x="42" y="94"/>
                    </a:cubicBezTo>
                    <a:cubicBezTo>
                      <a:pt x="9" y="79"/>
                      <a:pt x="0" y="32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42"/>
              <p:cNvSpPr/>
              <p:nvPr/>
            </p:nvSpPr>
            <p:spPr bwMode="auto">
              <a:xfrm>
                <a:off x="3081338" y="4851400"/>
                <a:ext cx="74613" cy="84138"/>
              </a:xfrm>
              <a:custGeom>
                <a:avLst/>
                <a:gdLst>
                  <a:gd name="T0" fmla="*/ 13 w 72"/>
                  <a:gd name="T1" fmla="*/ 82 h 82"/>
                  <a:gd name="T2" fmla="*/ 61 w 72"/>
                  <a:gd name="T3" fmla="*/ 0 h 82"/>
                  <a:gd name="T4" fmla="*/ 13 w 72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2">
                    <a:moveTo>
                      <a:pt x="13" y="82"/>
                    </a:moveTo>
                    <a:cubicBezTo>
                      <a:pt x="0" y="45"/>
                      <a:pt x="24" y="3"/>
                      <a:pt x="61" y="0"/>
                    </a:cubicBezTo>
                    <a:cubicBezTo>
                      <a:pt x="72" y="38"/>
                      <a:pt x="55" y="72"/>
                      <a:pt x="13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43"/>
              <p:cNvSpPr/>
              <p:nvPr/>
            </p:nvSpPr>
            <p:spPr bwMode="auto">
              <a:xfrm>
                <a:off x="1890713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7" y="0"/>
                      <a:pt x="70" y="1"/>
                      <a:pt x="96" y="30"/>
                    </a:cubicBezTo>
                    <a:cubicBezTo>
                      <a:pt x="66" y="61"/>
                      <a:pt x="29" y="5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44"/>
              <p:cNvSpPr/>
              <p:nvPr/>
            </p:nvSpPr>
            <p:spPr bwMode="auto">
              <a:xfrm>
                <a:off x="2908301" y="4676775"/>
                <a:ext cx="100013" cy="69850"/>
              </a:xfrm>
              <a:custGeom>
                <a:avLst/>
                <a:gdLst>
                  <a:gd name="T0" fmla="*/ 0 w 95"/>
                  <a:gd name="T1" fmla="*/ 25 h 67"/>
                  <a:gd name="T2" fmla="*/ 95 w 95"/>
                  <a:gd name="T3" fmla="*/ 41 h 67"/>
                  <a:gd name="T4" fmla="*/ 0 w 95"/>
                  <a:gd name="T5" fmla="*/ 2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7">
                    <a:moveTo>
                      <a:pt x="0" y="25"/>
                    </a:moveTo>
                    <a:cubicBezTo>
                      <a:pt x="35" y="0"/>
                      <a:pt x="71" y="6"/>
                      <a:pt x="95" y="41"/>
                    </a:cubicBezTo>
                    <a:cubicBezTo>
                      <a:pt x="60" y="67"/>
                      <a:pt x="24" y="58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45"/>
              <p:cNvSpPr/>
              <p:nvPr/>
            </p:nvSpPr>
            <p:spPr bwMode="auto">
              <a:xfrm>
                <a:off x="2513013" y="5616575"/>
                <a:ext cx="74613" cy="87313"/>
              </a:xfrm>
              <a:custGeom>
                <a:avLst/>
                <a:gdLst>
                  <a:gd name="T0" fmla="*/ 12 w 71"/>
                  <a:gd name="T1" fmla="*/ 83 h 83"/>
                  <a:gd name="T2" fmla="*/ 60 w 71"/>
                  <a:gd name="T3" fmla="*/ 0 h 83"/>
                  <a:gd name="T4" fmla="*/ 12 w 71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12" y="83"/>
                    </a:moveTo>
                    <a:cubicBezTo>
                      <a:pt x="0" y="45"/>
                      <a:pt x="17" y="11"/>
                      <a:pt x="60" y="0"/>
                    </a:cubicBezTo>
                    <a:cubicBezTo>
                      <a:pt x="71" y="38"/>
                      <a:pt x="54" y="72"/>
                      <a:pt x="12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46"/>
              <p:cNvSpPr/>
              <p:nvPr/>
            </p:nvSpPr>
            <p:spPr bwMode="auto">
              <a:xfrm>
                <a:off x="2643188" y="5665788"/>
                <a:ext cx="95250" cy="73025"/>
              </a:xfrm>
              <a:custGeom>
                <a:avLst/>
                <a:gdLst>
                  <a:gd name="T0" fmla="*/ 91 w 91"/>
                  <a:gd name="T1" fmla="*/ 51 h 70"/>
                  <a:gd name="T2" fmla="*/ 0 w 91"/>
                  <a:gd name="T3" fmla="*/ 19 h 70"/>
                  <a:gd name="T4" fmla="*/ 91 w 91"/>
                  <a:gd name="T5" fmla="*/ 5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70">
                    <a:moveTo>
                      <a:pt x="91" y="51"/>
                    </a:moveTo>
                    <a:cubicBezTo>
                      <a:pt x="54" y="70"/>
                      <a:pt x="17" y="56"/>
                      <a:pt x="0" y="19"/>
                    </a:cubicBezTo>
                    <a:cubicBezTo>
                      <a:pt x="35" y="0"/>
                      <a:pt x="73" y="11"/>
                      <a:pt x="9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47"/>
              <p:cNvSpPr/>
              <p:nvPr/>
            </p:nvSpPr>
            <p:spPr bwMode="auto">
              <a:xfrm>
                <a:off x="1673226" y="5103813"/>
                <a:ext cx="77788" cy="74613"/>
              </a:xfrm>
              <a:custGeom>
                <a:avLst/>
                <a:gdLst>
                  <a:gd name="T0" fmla="*/ 0 w 75"/>
                  <a:gd name="T1" fmla="*/ 5 h 72"/>
                  <a:gd name="T2" fmla="*/ 75 w 75"/>
                  <a:gd name="T3" fmla="*/ 65 h 72"/>
                  <a:gd name="T4" fmla="*/ 0 w 75"/>
                  <a:gd name="T5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72">
                    <a:moveTo>
                      <a:pt x="0" y="5"/>
                    </a:moveTo>
                    <a:cubicBezTo>
                      <a:pt x="43" y="0"/>
                      <a:pt x="70" y="24"/>
                      <a:pt x="75" y="65"/>
                    </a:cubicBezTo>
                    <a:cubicBezTo>
                      <a:pt x="33" y="72"/>
                      <a:pt x="4" y="47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48"/>
              <p:cNvSpPr/>
              <p:nvPr/>
            </p:nvSpPr>
            <p:spPr bwMode="auto">
              <a:xfrm>
                <a:off x="2889251" y="5383213"/>
                <a:ext cx="58738" cy="98425"/>
              </a:xfrm>
              <a:custGeom>
                <a:avLst/>
                <a:gdLst>
                  <a:gd name="T0" fmla="*/ 39 w 57"/>
                  <a:gd name="T1" fmla="*/ 94 h 95"/>
                  <a:gd name="T2" fmla="*/ 38 w 57"/>
                  <a:gd name="T3" fmla="*/ 95 h 95"/>
                  <a:gd name="T4" fmla="*/ 7 w 57"/>
                  <a:gd name="T5" fmla="*/ 31 h 95"/>
                  <a:gd name="T6" fmla="*/ 18 w 57"/>
                  <a:gd name="T7" fmla="*/ 0 h 95"/>
                  <a:gd name="T8" fmla="*/ 50 w 57"/>
                  <a:gd name="T9" fmla="*/ 67 h 95"/>
                  <a:gd name="T10" fmla="*/ 39 w 57"/>
                  <a:gd name="T11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5">
                    <a:moveTo>
                      <a:pt x="39" y="94"/>
                    </a:moveTo>
                    <a:cubicBezTo>
                      <a:pt x="38" y="95"/>
                      <a:pt x="38" y="95"/>
                      <a:pt x="38" y="95"/>
                    </a:cubicBezTo>
                    <a:cubicBezTo>
                      <a:pt x="17" y="83"/>
                      <a:pt x="0" y="57"/>
                      <a:pt x="7" y="31"/>
                    </a:cubicBezTo>
                    <a:cubicBezTo>
                      <a:pt x="9" y="20"/>
                      <a:pt x="14" y="10"/>
                      <a:pt x="18" y="0"/>
                    </a:cubicBezTo>
                    <a:cubicBezTo>
                      <a:pt x="42" y="11"/>
                      <a:pt x="57" y="42"/>
                      <a:pt x="50" y="67"/>
                    </a:cubicBezTo>
                    <a:cubicBezTo>
                      <a:pt x="47" y="77"/>
                      <a:pt x="42" y="85"/>
                      <a:pt x="39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49"/>
              <p:cNvSpPr/>
              <p:nvPr/>
            </p:nvSpPr>
            <p:spPr bwMode="auto">
              <a:xfrm>
                <a:off x="1722438" y="4727575"/>
                <a:ext cx="73025" cy="93663"/>
              </a:xfrm>
              <a:custGeom>
                <a:avLst/>
                <a:gdLst>
                  <a:gd name="T0" fmla="*/ 19 w 71"/>
                  <a:gd name="T1" fmla="*/ 0 h 90"/>
                  <a:gd name="T2" fmla="*/ 52 w 71"/>
                  <a:gd name="T3" fmla="*/ 90 h 90"/>
                  <a:gd name="T4" fmla="*/ 19 w 71"/>
                  <a:gd name="T5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90">
                    <a:moveTo>
                      <a:pt x="19" y="0"/>
                    </a:moveTo>
                    <a:cubicBezTo>
                      <a:pt x="56" y="15"/>
                      <a:pt x="71" y="55"/>
                      <a:pt x="52" y="90"/>
                    </a:cubicBezTo>
                    <a:cubicBezTo>
                      <a:pt x="16" y="80"/>
                      <a:pt x="0" y="37"/>
                      <a:pt x="1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50"/>
              <p:cNvSpPr/>
              <p:nvPr/>
            </p:nvSpPr>
            <p:spPr bwMode="auto">
              <a:xfrm>
                <a:off x="1749426" y="4986338"/>
                <a:ext cx="76200" cy="73025"/>
              </a:xfrm>
              <a:custGeom>
                <a:avLst/>
                <a:gdLst>
                  <a:gd name="T0" fmla="*/ 74 w 74"/>
                  <a:gd name="T1" fmla="*/ 5 h 70"/>
                  <a:gd name="T2" fmla="*/ 0 w 74"/>
                  <a:gd name="T3" fmla="*/ 66 h 70"/>
                  <a:gd name="T4" fmla="*/ 74 w 74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0">
                    <a:moveTo>
                      <a:pt x="74" y="5"/>
                    </a:moveTo>
                    <a:cubicBezTo>
                      <a:pt x="70" y="48"/>
                      <a:pt x="40" y="70"/>
                      <a:pt x="0" y="66"/>
                    </a:cubicBezTo>
                    <a:cubicBezTo>
                      <a:pt x="3" y="20"/>
                      <a:pt x="36" y="0"/>
                      <a:pt x="7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51"/>
              <p:cNvSpPr/>
              <p:nvPr/>
            </p:nvSpPr>
            <p:spPr bwMode="auto">
              <a:xfrm>
                <a:off x="1757363" y="4878388"/>
                <a:ext cx="87313" cy="73025"/>
              </a:xfrm>
              <a:custGeom>
                <a:avLst/>
                <a:gdLst>
                  <a:gd name="T0" fmla="*/ 84 w 84"/>
                  <a:gd name="T1" fmla="*/ 12 h 71"/>
                  <a:gd name="T2" fmla="*/ 0 w 84"/>
                  <a:gd name="T3" fmla="*/ 59 h 71"/>
                  <a:gd name="T4" fmla="*/ 84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12"/>
                    </a:moveTo>
                    <a:cubicBezTo>
                      <a:pt x="73" y="51"/>
                      <a:pt x="43" y="71"/>
                      <a:pt x="0" y="59"/>
                    </a:cubicBezTo>
                    <a:cubicBezTo>
                      <a:pt x="11" y="16"/>
                      <a:pt x="46" y="0"/>
                      <a:pt x="8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52"/>
              <p:cNvSpPr/>
              <p:nvPr/>
            </p:nvSpPr>
            <p:spPr bwMode="auto">
              <a:xfrm>
                <a:off x="3090863" y="5103813"/>
                <a:ext cx="79375" cy="74613"/>
              </a:xfrm>
              <a:custGeom>
                <a:avLst/>
                <a:gdLst>
                  <a:gd name="T0" fmla="*/ 0 w 76"/>
                  <a:gd name="T1" fmla="*/ 66 h 72"/>
                  <a:gd name="T2" fmla="*/ 73 w 76"/>
                  <a:gd name="T3" fmla="*/ 5 h 72"/>
                  <a:gd name="T4" fmla="*/ 0 w 76"/>
                  <a:gd name="T5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2">
                    <a:moveTo>
                      <a:pt x="0" y="66"/>
                    </a:moveTo>
                    <a:cubicBezTo>
                      <a:pt x="4" y="23"/>
                      <a:pt x="32" y="0"/>
                      <a:pt x="73" y="5"/>
                    </a:cubicBezTo>
                    <a:cubicBezTo>
                      <a:pt x="76" y="41"/>
                      <a:pt x="39" y="72"/>
                      <a:pt x="0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53"/>
              <p:cNvSpPr/>
              <p:nvPr/>
            </p:nvSpPr>
            <p:spPr bwMode="auto">
              <a:xfrm>
                <a:off x="1785938" y="4773613"/>
                <a:ext cx="93663" cy="71438"/>
              </a:xfrm>
              <a:custGeom>
                <a:avLst/>
                <a:gdLst>
                  <a:gd name="T0" fmla="*/ 91 w 91"/>
                  <a:gd name="T1" fmla="*/ 18 h 69"/>
                  <a:gd name="T2" fmla="*/ 0 w 91"/>
                  <a:gd name="T3" fmla="*/ 50 h 69"/>
                  <a:gd name="T4" fmla="*/ 91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91" y="18"/>
                    </a:moveTo>
                    <a:cubicBezTo>
                      <a:pt x="72" y="57"/>
                      <a:pt x="37" y="69"/>
                      <a:pt x="0" y="50"/>
                    </a:cubicBezTo>
                    <a:cubicBezTo>
                      <a:pt x="18" y="11"/>
                      <a:pt x="54" y="0"/>
                      <a:pt x="91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54"/>
              <p:cNvSpPr/>
              <p:nvPr/>
            </p:nvSpPr>
            <p:spPr bwMode="auto">
              <a:xfrm>
                <a:off x="2990851" y="4616449"/>
                <a:ext cx="69849" cy="96838"/>
              </a:xfrm>
              <a:custGeom>
                <a:avLst/>
                <a:gdLst>
                  <a:gd name="T0" fmla="*/ 42 w 67"/>
                  <a:gd name="T1" fmla="*/ 0 h 94"/>
                  <a:gd name="T2" fmla="*/ 25 w 67"/>
                  <a:gd name="T3" fmla="*/ 94 h 94"/>
                  <a:gd name="T4" fmla="*/ 42 w 67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94">
                    <a:moveTo>
                      <a:pt x="42" y="0"/>
                    </a:moveTo>
                    <a:cubicBezTo>
                      <a:pt x="67" y="34"/>
                      <a:pt x="60" y="70"/>
                      <a:pt x="25" y="94"/>
                    </a:cubicBezTo>
                    <a:cubicBezTo>
                      <a:pt x="0" y="61"/>
                      <a:pt x="7" y="24"/>
                      <a:pt x="4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55"/>
              <p:cNvSpPr/>
              <p:nvPr/>
            </p:nvSpPr>
            <p:spPr bwMode="auto">
              <a:xfrm>
                <a:off x="2962276" y="4773613"/>
                <a:ext cx="93663" cy="71438"/>
              </a:xfrm>
              <a:custGeom>
                <a:avLst/>
                <a:gdLst>
                  <a:gd name="T0" fmla="*/ 0 w 90"/>
                  <a:gd name="T1" fmla="*/ 18 h 69"/>
                  <a:gd name="T2" fmla="*/ 90 w 90"/>
                  <a:gd name="T3" fmla="*/ 50 h 69"/>
                  <a:gd name="T4" fmla="*/ 0 w 90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9">
                    <a:moveTo>
                      <a:pt x="0" y="18"/>
                    </a:moveTo>
                    <a:cubicBezTo>
                      <a:pt x="37" y="0"/>
                      <a:pt x="72" y="11"/>
                      <a:pt x="90" y="50"/>
                    </a:cubicBezTo>
                    <a:cubicBezTo>
                      <a:pt x="53" y="69"/>
                      <a:pt x="18" y="57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6"/>
              <p:cNvSpPr/>
              <p:nvPr/>
            </p:nvSpPr>
            <p:spPr bwMode="auto">
              <a:xfrm>
                <a:off x="2622551" y="5581650"/>
                <a:ext cx="65088" cy="95250"/>
              </a:xfrm>
              <a:custGeom>
                <a:avLst/>
                <a:gdLst>
                  <a:gd name="T0" fmla="*/ 17 w 63"/>
                  <a:gd name="T1" fmla="*/ 91 h 91"/>
                  <a:gd name="T2" fmla="*/ 49 w 63"/>
                  <a:gd name="T3" fmla="*/ 0 h 91"/>
                  <a:gd name="T4" fmla="*/ 45 w 63"/>
                  <a:gd name="T5" fmla="*/ 69 h 91"/>
                  <a:gd name="T6" fmla="*/ 17 w 63"/>
                  <a:gd name="T7" fmla="*/ 91 h 91"/>
                  <a:gd name="T8" fmla="*/ 17 w 63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91">
                    <a:moveTo>
                      <a:pt x="17" y="91"/>
                    </a:moveTo>
                    <a:cubicBezTo>
                      <a:pt x="0" y="54"/>
                      <a:pt x="8" y="20"/>
                      <a:pt x="49" y="0"/>
                    </a:cubicBezTo>
                    <a:cubicBezTo>
                      <a:pt x="63" y="18"/>
                      <a:pt x="61" y="52"/>
                      <a:pt x="45" y="69"/>
                    </a:cubicBezTo>
                    <a:cubicBezTo>
                      <a:pt x="37" y="78"/>
                      <a:pt x="26" y="84"/>
                      <a:pt x="17" y="91"/>
                    </a:cubicBezTo>
                    <a:cubicBezTo>
                      <a:pt x="17" y="91"/>
                      <a:pt x="17" y="91"/>
                      <a:pt x="17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7"/>
              <p:cNvSpPr/>
              <p:nvPr/>
            </p:nvSpPr>
            <p:spPr bwMode="auto">
              <a:xfrm>
                <a:off x="2103438" y="5667375"/>
                <a:ext cx="93663" cy="69850"/>
              </a:xfrm>
              <a:custGeom>
                <a:avLst/>
                <a:gdLst>
                  <a:gd name="T0" fmla="*/ 90 w 90"/>
                  <a:gd name="T1" fmla="*/ 17 h 68"/>
                  <a:gd name="T2" fmla="*/ 0 w 90"/>
                  <a:gd name="T3" fmla="*/ 50 h 68"/>
                  <a:gd name="T4" fmla="*/ 90 w 90"/>
                  <a:gd name="T5" fmla="*/ 1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8">
                    <a:moveTo>
                      <a:pt x="90" y="17"/>
                    </a:moveTo>
                    <a:cubicBezTo>
                      <a:pt x="72" y="57"/>
                      <a:pt x="37" y="68"/>
                      <a:pt x="0" y="50"/>
                    </a:cubicBezTo>
                    <a:cubicBezTo>
                      <a:pt x="17" y="10"/>
                      <a:pt x="54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58"/>
              <p:cNvSpPr/>
              <p:nvPr/>
            </p:nvSpPr>
            <p:spPr bwMode="auto">
              <a:xfrm>
                <a:off x="1757363" y="5095875"/>
                <a:ext cx="76200" cy="77788"/>
              </a:xfrm>
              <a:custGeom>
                <a:avLst/>
                <a:gdLst>
                  <a:gd name="T0" fmla="*/ 65 w 74"/>
                  <a:gd name="T1" fmla="*/ 0 h 76"/>
                  <a:gd name="T2" fmla="*/ 4 w 74"/>
                  <a:gd name="T3" fmla="*/ 73 h 76"/>
                  <a:gd name="T4" fmla="*/ 65 w 74"/>
                  <a:gd name="T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6">
                    <a:moveTo>
                      <a:pt x="65" y="0"/>
                    </a:moveTo>
                    <a:cubicBezTo>
                      <a:pt x="74" y="36"/>
                      <a:pt x="40" y="76"/>
                      <a:pt x="4" y="73"/>
                    </a:cubicBezTo>
                    <a:cubicBezTo>
                      <a:pt x="0" y="32"/>
                      <a:pt x="24" y="3"/>
                      <a:pt x="6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59"/>
              <p:cNvSpPr/>
              <p:nvPr/>
            </p:nvSpPr>
            <p:spPr bwMode="auto">
              <a:xfrm>
                <a:off x="2997201" y="4872038"/>
                <a:ext cx="87313" cy="79375"/>
              </a:xfrm>
              <a:custGeom>
                <a:avLst/>
                <a:gdLst>
                  <a:gd name="T0" fmla="*/ 83 w 83"/>
                  <a:gd name="T1" fmla="*/ 65 h 77"/>
                  <a:gd name="T2" fmla="*/ 0 w 83"/>
                  <a:gd name="T3" fmla="*/ 18 h 77"/>
                  <a:gd name="T4" fmla="*/ 83 w 83"/>
                  <a:gd name="T5" fmla="*/ 6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7">
                    <a:moveTo>
                      <a:pt x="83" y="65"/>
                    </a:moveTo>
                    <a:cubicBezTo>
                      <a:pt x="40" y="77"/>
                      <a:pt x="11" y="56"/>
                      <a:pt x="0" y="18"/>
                    </a:cubicBezTo>
                    <a:cubicBezTo>
                      <a:pt x="29" y="0"/>
                      <a:pt x="78" y="28"/>
                      <a:pt x="83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60"/>
              <p:cNvSpPr/>
              <p:nvPr/>
            </p:nvSpPr>
            <p:spPr bwMode="auto">
              <a:xfrm>
                <a:off x="3016251" y="4986338"/>
                <a:ext cx="76200" cy="73025"/>
              </a:xfrm>
              <a:custGeom>
                <a:avLst/>
                <a:gdLst>
                  <a:gd name="T0" fmla="*/ 0 w 73"/>
                  <a:gd name="T1" fmla="*/ 5 h 70"/>
                  <a:gd name="T2" fmla="*/ 73 w 73"/>
                  <a:gd name="T3" fmla="*/ 66 h 70"/>
                  <a:gd name="T4" fmla="*/ 0 w 73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" h="70">
                    <a:moveTo>
                      <a:pt x="0" y="5"/>
                    </a:moveTo>
                    <a:cubicBezTo>
                      <a:pt x="38" y="0"/>
                      <a:pt x="70" y="21"/>
                      <a:pt x="73" y="66"/>
                    </a:cubicBezTo>
                    <a:cubicBezTo>
                      <a:pt x="34" y="70"/>
                      <a:pt x="3" y="48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61"/>
              <p:cNvSpPr/>
              <p:nvPr/>
            </p:nvSpPr>
            <p:spPr bwMode="auto">
              <a:xfrm>
                <a:off x="1739901" y="5338763"/>
                <a:ext cx="95250" cy="73025"/>
              </a:xfrm>
              <a:custGeom>
                <a:avLst/>
                <a:gdLst>
                  <a:gd name="T0" fmla="*/ 0 w 91"/>
                  <a:gd name="T1" fmla="*/ 18 h 69"/>
                  <a:gd name="T2" fmla="*/ 91 w 91"/>
                  <a:gd name="T3" fmla="*/ 50 h 69"/>
                  <a:gd name="T4" fmla="*/ 0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0" y="18"/>
                    </a:moveTo>
                    <a:cubicBezTo>
                      <a:pt x="36" y="0"/>
                      <a:pt x="74" y="13"/>
                      <a:pt x="91" y="50"/>
                    </a:cubicBezTo>
                    <a:cubicBezTo>
                      <a:pt x="56" y="69"/>
                      <a:pt x="18" y="5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62"/>
              <p:cNvSpPr/>
              <p:nvPr/>
            </p:nvSpPr>
            <p:spPr bwMode="auto">
              <a:xfrm>
                <a:off x="2255838" y="5616575"/>
                <a:ext cx="76200" cy="87313"/>
              </a:xfrm>
              <a:custGeom>
                <a:avLst/>
                <a:gdLst>
                  <a:gd name="T0" fmla="*/ 57 w 72"/>
                  <a:gd name="T1" fmla="*/ 84 h 84"/>
                  <a:gd name="T2" fmla="*/ 33 w 72"/>
                  <a:gd name="T3" fmla="*/ 73 h 84"/>
                  <a:gd name="T4" fmla="*/ 9 w 72"/>
                  <a:gd name="T5" fmla="*/ 0 h 84"/>
                  <a:gd name="T6" fmla="*/ 56 w 72"/>
                  <a:gd name="T7" fmla="*/ 84 h 84"/>
                  <a:gd name="T8" fmla="*/ 57 w 72"/>
                  <a:gd name="T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84">
                    <a:moveTo>
                      <a:pt x="57" y="84"/>
                    </a:moveTo>
                    <a:cubicBezTo>
                      <a:pt x="49" y="81"/>
                      <a:pt x="41" y="77"/>
                      <a:pt x="33" y="73"/>
                    </a:cubicBezTo>
                    <a:cubicBezTo>
                      <a:pt x="8" y="58"/>
                      <a:pt x="0" y="30"/>
                      <a:pt x="9" y="0"/>
                    </a:cubicBezTo>
                    <a:cubicBezTo>
                      <a:pt x="46" y="5"/>
                      <a:pt x="72" y="51"/>
                      <a:pt x="56" y="84"/>
                    </a:cubicBezTo>
                    <a:cubicBezTo>
                      <a:pt x="56" y="84"/>
                      <a:pt x="57" y="84"/>
                      <a:pt x="57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63"/>
              <p:cNvSpPr/>
              <p:nvPr/>
            </p:nvSpPr>
            <p:spPr bwMode="auto">
              <a:xfrm>
                <a:off x="2720976" y="5529263"/>
                <a:ext cx="65088" cy="98425"/>
              </a:xfrm>
              <a:custGeom>
                <a:avLst/>
                <a:gdLst>
                  <a:gd name="T0" fmla="*/ 26 w 62"/>
                  <a:gd name="T1" fmla="*/ 94 h 94"/>
                  <a:gd name="T2" fmla="*/ 21 w 62"/>
                  <a:gd name="T3" fmla="*/ 91 h 94"/>
                  <a:gd name="T4" fmla="*/ 39 w 62"/>
                  <a:gd name="T5" fmla="*/ 1 h 94"/>
                  <a:gd name="T6" fmla="*/ 40 w 62"/>
                  <a:gd name="T7" fmla="*/ 0 h 94"/>
                  <a:gd name="T8" fmla="*/ 45 w 62"/>
                  <a:gd name="T9" fmla="*/ 73 h 94"/>
                  <a:gd name="T10" fmla="*/ 26 w 62"/>
                  <a:gd name="T11" fmla="*/ 94 h 94"/>
                  <a:gd name="T12" fmla="*/ 26 w 62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94">
                    <a:moveTo>
                      <a:pt x="26" y="94"/>
                    </a:moveTo>
                    <a:cubicBezTo>
                      <a:pt x="24" y="93"/>
                      <a:pt x="22" y="93"/>
                      <a:pt x="21" y="91"/>
                    </a:cubicBezTo>
                    <a:cubicBezTo>
                      <a:pt x="0" y="60"/>
                      <a:pt x="7" y="21"/>
                      <a:pt x="39" y="1"/>
                    </a:cubicBezTo>
                    <a:cubicBezTo>
                      <a:pt x="39" y="0"/>
                      <a:pt x="40" y="1"/>
                      <a:pt x="40" y="0"/>
                    </a:cubicBezTo>
                    <a:cubicBezTo>
                      <a:pt x="56" y="19"/>
                      <a:pt x="62" y="50"/>
                      <a:pt x="45" y="73"/>
                    </a:cubicBezTo>
                    <a:cubicBezTo>
                      <a:pt x="40" y="81"/>
                      <a:pt x="32" y="87"/>
                      <a:pt x="26" y="94"/>
                    </a:cubicBezTo>
                    <a:cubicBezTo>
                      <a:pt x="26" y="94"/>
                      <a:pt x="26" y="94"/>
                      <a:pt x="26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64"/>
              <p:cNvSpPr/>
              <p:nvPr/>
            </p:nvSpPr>
            <p:spPr bwMode="auto">
              <a:xfrm>
                <a:off x="1684338" y="4851400"/>
                <a:ext cx="74613" cy="84138"/>
              </a:xfrm>
              <a:custGeom>
                <a:avLst/>
                <a:gdLst>
                  <a:gd name="T0" fmla="*/ 12 w 71"/>
                  <a:gd name="T1" fmla="*/ 0 h 82"/>
                  <a:gd name="T2" fmla="*/ 60 w 71"/>
                  <a:gd name="T3" fmla="*/ 82 h 82"/>
                  <a:gd name="T4" fmla="*/ 12 w 71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2">
                    <a:moveTo>
                      <a:pt x="12" y="0"/>
                    </a:moveTo>
                    <a:cubicBezTo>
                      <a:pt x="53" y="10"/>
                      <a:pt x="71" y="43"/>
                      <a:pt x="60" y="82"/>
                    </a:cubicBezTo>
                    <a:cubicBezTo>
                      <a:pt x="24" y="79"/>
                      <a:pt x="0" y="39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3" name="Freeform 7"/>
            <p:cNvSpPr/>
            <p:nvPr/>
          </p:nvSpPr>
          <p:spPr bwMode="auto">
            <a:xfrm>
              <a:off x="5805890" y="1222357"/>
              <a:ext cx="586882" cy="322230"/>
            </a:xfrm>
            <a:custGeom>
              <a:avLst/>
              <a:gdLst>
                <a:gd name="T0" fmla="*/ 72 w 316"/>
                <a:gd name="T1" fmla="*/ 96 h 179"/>
                <a:gd name="T2" fmla="*/ 72 w 316"/>
                <a:gd name="T3" fmla="*/ 133 h 179"/>
                <a:gd name="T4" fmla="*/ 244 w 316"/>
                <a:gd name="T5" fmla="*/ 133 h 179"/>
                <a:gd name="T6" fmla="*/ 244 w 316"/>
                <a:gd name="T7" fmla="*/ 96 h 179"/>
                <a:gd name="T8" fmla="*/ 237 w 316"/>
                <a:gd name="T9" fmla="*/ 91 h 179"/>
                <a:gd name="T10" fmla="*/ 163 w 316"/>
                <a:gd name="T11" fmla="*/ 122 h 179"/>
                <a:gd name="T12" fmla="*/ 153 w 316"/>
                <a:gd name="T13" fmla="*/ 122 h 179"/>
                <a:gd name="T14" fmla="*/ 80 w 316"/>
                <a:gd name="T15" fmla="*/ 91 h 179"/>
                <a:gd name="T16" fmla="*/ 72 w 316"/>
                <a:gd name="T17" fmla="*/ 96 h 179"/>
                <a:gd name="T18" fmla="*/ 39 w 316"/>
                <a:gd name="T19" fmla="*/ 73 h 179"/>
                <a:gd name="T20" fmla="*/ 39 w 316"/>
                <a:gd name="T21" fmla="*/ 106 h 179"/>
                <a:gd name="T22" fmla="*/ 39 w 316"/>
                <a:gd name="T23" fmla="*/ 107 h 179"/>
                <a:gd name="T24" fmla="*/ 41 w 316"/>
                <a:gd name="T25" fmla="*/ 107 h 179"/>
                <a:gd name="T26" fmla="*/ 45 w 316"/>
                <a:gd name="T27" fmla="*/ 112 h 179"/>
                <a:gd name="T28" fmla="*/ 44 w 316"/>
                <a:gd name="T29" fmla="*/ 119 h 179"/>
                <a:gd name="T30" fmla="*/ 44 w 316"/>
                <a:gd name="T31" fmla="*/ 119 h 179"/>
                <a:gd name="T32" fmla="*/ 44 w 316"/>
                <a:gd name="T33" fmla="*/ 123 h 179"/>
                <a:gd name="T34" fmla="*/ 44 w 316"/>
                <a:gd name="T35" fmla="*/ 124 h 179"/>
                <a:gd name="T36" fmla="*/ 42 w 316"/>
                <a:gd name="T37" fmla="*/ 174 h 179"/>
                <a:gd name="T38" fmla="*/ 41 w 316"/>
                <a:gd name="T39" fmla="*/ 174 h 179"/>
                <a:gd name="T40" fmla="*/ 42 w 316"/>
                <a:gd name="T41" fmla="*/ 169 h 179"/>
                <a:gd name="T42" fmla="*/ 40 w 316"/>
                <a:gd name="T43" fmla="*/ 169 h 179"/>
                <a:gd name="T44" fmla="*/ 35 w 316"/>
                <a:gd name="T45" fmla="*/ 179 h 179"/>
                <a:gd name="T46" fmla="*/ 34 w 316"/>
                <a:gd name="T47" fmla="*/ 178 h 179"/>
                <a:gd name="T48" fmla="*/ 33 w 316"/>
                <a:gd name="T49" fmla="*/ 168 h 179"/>
                <a:gd name="T50" fmla="*/ 31 w 316"/>
                <a:gd name="T51" fmla="*/ 166 h 179"/>
                <a:gd name="T52" fmla="*/ 31 w 316"/>
                <a:gd name="T53" fmla="*/ 172 h 179"/>
                <a:gd name="T54" fmla="*/ 30 w 316"/>
                <a:gd name="T55" fmla="*/ 172 h 179"/>
                <a:gd name="T56" fmla="*/ 29 w 316"/>
                <a:gd name="T57" fmla="*/ 168 h 179"/>
                <a:gd name="T58" fmla="*/ 28 w 316"/>
                <a:gd name="T59" fmla="*/ 169 h 179"/>
                <a:gd name="T60" fmla="*/ 28 w 316"/>
                <a:gd name="T61" fmla="*/ 174 h 179"/>
                <a:gd name="T62" fmla="*/ 27 w 316"/>
                <a:gd name="T63" fmla="*/ 175 h 179"/>
                <a:gd name="T64" fmla="*/ 26 w 316"/>
                <a:gd name="T65" fmla="*/ 123 h 179"/>
                <a:gd name="T66" fmla="*/ 26 w 316"/>
                <a:gd name="T67" fmla="*/ 122 h 179"/>
                <a:gd name="T68" fmla="*/ 26 w 316"/>
                <a:gd name="T69" fmla="*/ 118 h 179"/>
                <a:gd name="T70" fmla="*/ 26 w 316"/>
                <a:gd name="T71" fmla="*/ 118 h 179"/>
                <a:gd name="T72" fmla="*/ 25 w 316"/>
                <a:gd name="T73" fmla="*/ 112 h 179"/>
                <a:gd name="T74" fmla="*/ 30 w 316"/>
                <a:gd name="T75" fmla="*/ 105 h 179"/>
                <a:gd name="T76" fmla="*/ 32 w 316"/>
                <a:gd name="T77" fmla="*/ 105 h 179"/>
                <a:gd name="T78" fmla="*/ 32 w 316"/>
                <a:gd name="T79" fmla="*/ 104 h 179"/>
                <a:gd name="T80" fmla="*/ 32 w 316"/>
                <a:gd name="T81" fmla="*/ 68 h 179"/>
                <a:gd name="T82" fmla="*/ 30 w 316"/>
                <a:gd name="T83" fmla="*/ 65 h 179"/>
                <a:gd name="T84" fmla="*/ 4 w 316"/>
                <a:gd name="T85" fmla="*/ 54 h 179"/>
                <a:gd name="T86" fmla="*/ 4 w 316"/>
                <a:gd name="T87" fmla="*/ 45 h 179"/>
                <a:gd name="T88" fmla="*/ 154 w 316"/>
                <a:gd name="T89" fmla="*/ 0 h 179"/>
                <a:gd name="T90" fmla="*/ 162 w 316"/>
                <a:gd name="T91" fmla="*/ 0 h 179"/>
                <a:gd name="T92" fmla="*/ 311 w 316"/>
                <a:gd name="T93" fmla="*/ 45 h 179"/>
                <a:gd name="T94" fmla="*/ 312 w 316"/>
                <a:gd name="T95" fmla="*/ 54 h 179"/>
                <a:gd name="T96" fmla="*/ 163 w 316"/>
                <a:gd name="T97" fmla="*/ 116 h 179"/>
                <a:gd name="T98" fmla="*/ 153 w 316"/>
                <a:gd name="T99" fmla="*/ 116 h 179"/>
                <a:gd name="T100" fmla="*/ 43 w 316"/>
                <a:gd name="T101" fmla="*/ 70 h 179"/>
                <a:gd name="T102" fmla="*/ 39 w 316"/>
                <a:gd name="T103" fmla="*/ 7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79">
                  <a:moveTo>
                    <a:pt x="72" y="96"/>
                  </a:moveTo>
                  <a:cubicBezTo>
                    <a:pt x="72" y="133"/>
                    <a:pt x="72" y="133"/>
                    <a:pt x="72" y="133"/>
                  </a:cubicBezTo>
                  <a:cubicBezTo>
                    <a:pt x="72" y="177"/>
                    <a:pt x="244" y="177"/>
                    <a:pt x="244" y="133"/>
                  </a:cubicBezTo>
                  <a:cubicBezTo>
                    <a:pt x="244" y="96"/>
                    <a:pt x="244" y="96"/>
                    <a:pt x="244" y="96"/>
                  </a:cubicBezTo>
                  <a:cubicBezTo>
                    <a:pt x="244" y="92"/>
                    <a:pt x="240" y="89"/>
                    <a:pt x="237" y="91"/>
                  </a:cubicBezTo>
                  <a:cubicBezTo>
                    <a:pt x="163" y="122"/>
                    <a:pt x="163" y="122"/>
                    <a:pt x="163" y="122"/>
                  </a:cubicBezTo>
                  <a:cubicBezTo>
                    <a:pt x="160" y="123"/>
                    <a:pt x="156" y="123"/>
                    <a:pt x="153" y="122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76" y="89"/>
                    <a:pt x="72" y="92"/>
                    <a:pt x="72" y="96"/>
                  </a:cubicBezTo>
                  <a:close/>
                  <a:moveTo>
                    <a:pt x="39" y="73"/>
                  </a:moveTo>
                  <a:cubicBezTo>
                    <a:pt x="39" y="106"/>
                    <a:pt x="39" y="106"/>
                    <a:pt x="39" y="106"/>
                  </a:cubicBezTo>
                  <a:cubicBezTo>
                    <a:pt x="39" y="106"/>
                    <a:pt x="39" y="106"/>
                    <a:pt x="39" y="107"/>
                  </a:cubicBezTo>
                  <a:cubicBezTo>
                    <a:pt x="40" y="107"/>
                    <a:pt x="40" y="107"/>
                    <a:pt x="41" y="107"/>
                  </a:cubicBezTo>
                  <a:cubicBezTo>
                    <a:pt x="45" y="105"/>
                    <a:pt x="45" y="109"/>
                    <a:pt x="45" y="112"/>
                  </a:cubicBezTo>
                  <a:cubicBezTo>
                    <a:pt x="45" y="114"/>
                    <a:pt x="45" y="117"/>
                    <a:pt x="44" y="119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20"/>
                    <a:pt x="46" y="123"/>
                    <a:pt x="44" y="123"/>
                  </a:cubicBezTo>
                  <a:cubicBezTo>
                    <a:pt x="44" y="123"/>
                    <a:pt x="44" y="124"/>
                    <a:pt x="44" y="124"/>
                  </a:cubicBezTo>
                  <a:cubicBezTo>
                    <a:pt x="53" y="139"/>
                    <a:pt x="57" y="161"/>
                    <a:pt x="42" y="174"/>
                  </a:cubicBezTo>
                  <a:cubicBezTo>
                    <a:pt x="41" y="175"/>
                    <a:pt x="41" y="175"/>
                    <a:pt x="41" y="174"/>
                  </a:cubicBezTo>
                  <a:cubicBezTo>
                    <a:pt x="41" y="172"/>
                    <a:pt x="42" y="171"/>
                    <a:pt x="42" y="169"/>
                  </a:cubicBezTo>
                  <a:cubicBezTo>
                    <a:pt x="43" y="163"/>
                    <a:pt x="42" y="163"/>
                    <a:pt x="40" y="169"/>
                  </a:cubicBezTo>
                  <a:cubicBezTo>
                    <a:pt x="39" y="173"/>
                    <a:pt x="37" y="176"/>
                    <a:pt x="35" y="179"/>
                  </a:cubicBezTo>
                  <a:cubicBezTo>
                    <a:pt x="35" y="179"/>
                    <a:pt x="34" y="179"/>
                    <a:pt x="34" y="178"/>
                  </a:cubicBezTo>
                  <a:cubicBezTo>
                    <a:pt x="34" y="175"/>
                    <a:pt x="34" y="172"/>
                    <a:pt x="33" y="168"/>
                  </a:cubicBezTo>
                  <a:cubicBezTo>
                    <a:pt x="33" y="161"/>
                    <a:pt x="32" y="160"/>
                    <a:pt x="31" y="166"/>
                  </a:cubicBezTo>
                  <a:cubicBezTo>
                    <a:pt x="31" y="168"/>
                    <a:pt x="31" y="170"/>
                    <a:pt x="31" y="172"/>
                  </a:cubicBezTo>
                  <a:cubicBezTo>
                    <a:pt x="31" y="173"/>
                    <a:pt x="31" y="174"/>
                    <a:pt x="30" y="172"/>
                  </a:cubicBezTo>
                  <a:cubicBezTo>
                    <a:pt x="30" y="171"/>
                    <a:pt x="30" y="170"/>
                    <a:pt x="29" y="168"/>
                  </a:cubicBezTo>
                  <a:cubicBezTo>
                    <a:pt x="28" y="165"/>
                    <a:pt x="28" y="165"/>
                    <a:pt x="28" y="169"/>
                  </a:cubicBezTo>
                  <a:cubicBezTo>
                    <a:pt x="28" y="171"/>
                    <a:pt x="28" y="172"/>
                    <a:pt x="28" y="174"/>
                  </a:cubicBezTo>
                  <a:cubicBezTo>
                    <a:pt x="28" y="175"/>
                    <a:pt x="28" y="175"/>
                    <a:pt x="27" y="175"/>
                  </a:cubicBezTo>
                  <a:cubicBezTo>
                    <a:pt x="13" y="162"/>
                    <a:pt x="13" y="142"/>
                    <a:pt x="26" y="123"/>
                  </a:cubicBezTo>
                  <a:cubicBezTo>
                    <a:pt x="26" y="123"/>
                    <a:pt x="26" y="123"/>
                    <a:pt x="26" y="122"/>
                  </a:cubicBezTo>
                  <a:cubicBezTo>
                    <a:pt x="23" y="122"/>
                    <a:pt x="23" y="119"/>
                    <a:pt x="26" y="118"/>
                  </a:cubicBezTo>
                  <a:cubicBezTo>
                    <a:pt x="26" y="118"/>
                    <a:pt x="26" y="118"/>
                    <a:pt x="26" y="118"/>
                  </a:cubicBezTo>
                  <a:cubicBezTo>
                    <a:pt x="26" y="116"/>
                    <a:pt x="25" y="114"/>
                    <a:pt x="25" y="112"/>
                  </a:cubicBezTo>
                  <a:cubicBezTo>
                    <a:pt x="25" y="110"/>
                    <a:pt x="27" y="104"/>
                    <a:pt x="30" y="105"/>
                  </a:cubicBezTo>
                  <a:cubicBezTo>
                    <a:pt x="31" y="106"/>
                    <a:pt x="31" y="106"/>
                    <a:pt x="32" y="105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67"/>
                    <a:pt x="32" y="65"/>
                    <a:pt x="30" y="65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52"/>
                    <a:pt x="0" y="46"/>
                    <a:pt x="4" y="45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7" y="0"/>
                    <a:pt x="159" y="0"/>
                    <a:pt x="162" y="0"/>
                  </a:cubicBezTo>
                  <a:cubicBezTo>
                    <a:pt x="311" y="45"/>
                    <a:pt x="311" y="45"/>
                    <a:pt x="311" y="45"/>
                  </a:cubicBezTo>
                  <a:cubicBezTo>
                    <a:pt x="316" y="46"/>
                    <a:pt x="316" y="52"/>
                    <a:pt x="312" y="54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0" y="118"/>
                    <a:pt x="156" y="118"/>
                    <a:pt x="153" y="116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1" y="69"/>
                    <a:pt x="39" y="71"/>
                    <a:pt x="39" y="73"/>
                  </a:cubicBezTo>
                  <a:close/>
                </a:path>
              </a:pathLst>
            </a:custGeom>
            <a:solidFill>
              <a:srgbClr val="F4F1EC"/>
            </a:solidFill>
            <a:ln w="9525">
              <a:noFill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128580" tIns="64290" rIns="128580" bIns="6429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5048854" y="754200"/>
            <a:ext cx="13901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3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目录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4865182" y="1523641"/>
            <a:ext cx="1757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</a:rPr>
              <a:t>CONTENTS</a:t>
            </a:r>
            <a:endParaRPr lang="zh-CN" altLang="en-US" sz="24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8" name="文本占位符 659"/>
          <p:cNvSpPr txBox="1"/>
          <p:nvPr/>
        </p:nvSpPr>
        <p:spPr>
          <a:xfrm>
            <a:off x="2350679" y="2849816"/>
            <a:ext cx="2698175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任务选题与背景</a:t>
            </a:r>
          </a:p>
        </p:txBody>
      </p:sp>
      <p:sp>
        <p:nvSpPr>
          <p:cNvPr id="102" name="文本占位符 659"/>
          <p:cNvSpPr txBox="1"/>
          <p:nvPr/>
        </p:nvSpPr>
        <p:spPr>
          <a:xfrm>
            <a:off x="7497324" y="2849816"/>
            <a:ext cx="2339102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</p:txBody>
      </p:sp>
      <p:sp>
        <p:nvSpPr>
          <p:cNvPr id="107" name="文本占位符 659"/>
          <p:cNvSpPr txBox="1"/>
          <p:nvPr/>
        </p:nvSpPr>
        <p:spPr>
          <a:xfrm>
            <a:off x="7497324" y="4280333"/>
            <a:ext cx="2339102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小组分工情况</a:t>
            </a:r>
          </a:p>
        </p:txBody>
      </p:sp>
      <p:sp>
        <p:nvSpPr>
          <p:cNvPr id="126" name="Freeform 5"/>
          <p:cNvSpPr/>
          <p:nvPr/>
        </p:nvSpPr>
        <p:spPr bwMode="auto">
          <a:xfrm>
            <a:off x="1313117" y="2743629"/>
            <a:ext cx="826164" cy="744881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lt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7" name="Freeform 5"/>
          <p:cNvSpPr/>
          <p:nvPr/>
        </p:nvSpPr>
        <p:spPr bwMode="auto">
          <a:xfrm>
            <a:off x="1313117" y="4169504"/>
            <a:ext cx="826164" cy="744881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8" name="Freeform 5"/>
          <p:cNvSpPr/>
          <p:nvPr/>
        </p:nvSpPr>
        <p:spPr bwMode="auto">
          <a:xfrm>
            <a:off x="6459761" y="2738986"/>
            <a:ext cx="826164" cy="744881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9" name="Freeform 5"/>
          <p:cNvSpPr/>
          <p:nvPr/>
        </p:nvSpPr>
        <p:spPr bwMode="auto">
          <a:xfrm>
            <a:off x="6459761" y="4169503"/>
            <a:ext cx="826164" cy="744881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lt"/>
              </a:rPr>
              <a:t>04</a:t>
            </a:r>
            <a:endParaRPr lang="zh-CN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文本占位符 659">
            <a:extLst>
              <a:ext uri="{FF2B5EF4-FFF2-40B4-BE49-F238E27FC236}">
                <a16:creationId xmlns:a16="http://schemas.microsoft.com/office/drawing/2014/main" id="{61CDFDB1-7A45-6CE4-38F9-2C9A5D67C8BF}"/>
              </a:ext>
            </a:extLst>
          </p:cNvPr>
          <p:cNvSpPr txBox="1"/>
          <p:nvPr/>
        </p:nvSpPr>
        <p:spPr>
          <a:xfrm>
            <a:off x="2350679" y="4280333"/>
            <a:ext cx="3775393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任务准备以及工作设想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102" grpId="0"/>
      <p:bldP spid="107" grpId="0"/>
      <p:bldP spid="126" grpId="0" animBg="1"/>
      <p:bldP spid="127" grpId="0" animBg="1"/>
      <p:bldP spid="128" grpId="0" animBg="1"/>
      <p:bldP spid="129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占位符 24"/>
          <p:cNvSpPr txBox="1"/>
          <p:nvPr/>
        </p:nvSpPr>
        <p:spPr>
          <a:xfrm>
            <a:off x="3579927" y="3158547"/>
            <a:ext cx="5032147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60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5400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任务选题与背景</a:t>
            </a:r>
          </a:p>
        </p:txBody>
      </p:sp>
      <p:sp>
        <p:nvSpPr>
          <p:cNvPr id="5" name="Freeform 5"/>
          <p:cNvSpPr/>
          <p:nvPr/>
        </p:nvSpPr>
        <p:spPr bwMode="auto">
          <a:xfrm>
            <a:off x="5471005" y="1865941"/>
            <a:ext cx="1249989" cy="112700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4800" dirty="0">
                <a:solidFill>
                  <a:srgbClr val="F4F1EC"/>
                </a:solidFill>
                <a:latin typeface="+mj-lt"/>
              </a:rPr>
              <a:t>01</a:t>
            </a:r>
            <a:endParaRPr lang="zh-CN" altLang="en-US" sz="4800" dirty="0">
              <a:solidFill>
                <a:srgbClr val="F4F1EC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529626" y="633775"/>
            <a:ext cx="3744415" cy="5255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+mj-ea"/>
                <a:ea typeface="+mj-ea"/>
              </a:rPr>
              <a:t>        </a:t>
            </a:r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任务选题与背景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7" name="Freeform 5"/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Rectangle 5"/>
          <p:cNvSpPr/>
          <p:nvPr/>
        </p:nvSpPr>
        <p:spPr>
          <a:xfrm>
            <a:off x="7866948" y="1598695"/>
            <a:ext cx="414050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</a:rPr>
              <a:t>为什么这个题目适合我们？</a:t>
            </a:r>
          </a:p>
          <a:p>
            <a:endParaRPr lang="en-US" altLang="zh-CN" dirty="0"/>
          </a:p>
          <a:p>
            <a:r>
              <a:rPr lang="zh-CN" altLang="en-US" b="1" dirty="0">
                <a:solidFill>
                  <a:schemeClr val="tx2"/>
                </a:solidFill>
              </a:rPr>
              <a:t>计算资源要求低</a:t>
            </a:r>
            <a:r>
              <a:rPr lang="zh-CN" altLang="en-US" dirty="0">
                <a:solidFill>
                  <a:schemeClr val="tx2"/>
                </a:solidFill>
              </a:rPr>
              <a:t>：主要在 </a:t>
            </a:r>
            <a:r>
              <a:rPr lang="en-US" altLang="zh-CN" dirty="0">
                <a:solidFill>
                  <a:schemeClr val="tx2"/>
                </a:solidFill>
              </a:rPr>
              <a:t>CPU </a:t>
            </a:r>
            <a:r>
              <a:rPr lang="zh-CN" altLang="en-US" dirty="0">
                <a:solidFill>
                  <a:schemeClr val="tx2"/>
                </a:solidFill>
              </a:rPr>
              <a:t>上运行，轻量深度学习模型显存压力小</a:t>
            </a: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b="1" dirty="0">
                <a:solidFill>
                  <a:schemeClr val="tx2"/>
                </a:solidFill>
              </a:rPr>
              <a:t>方法论严谨</a:t>
            </a:r>
            <a:r>
              <a:rPr lang="zh-CN" altLang="en-US" dirty="0">
                <a:solidFill>
                  <a:schemeClr val="tx2"/>
                </a:solidFill>
              </a:rPr>
              <a:t>：可以从数据、模型、评估、决策多个层面进行系统性改进</a:t>
            </a: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b="1" dirty="0">
                <a:solidFill>
                  <a:schemeClr val="tx2"/>
                </a:solidFill>
              </a:rPr>
              <a:t>分工明确</a:t>
            </a:r>
            <a:r>
              <a:rPr lang="zh-CN" altLang="en-US" dirty="0">
                <a:solidFill>
                  <a:schemeClr val="tx2"/>
                </a:solidFill>
              </a:rPr>
              <a:t>：天然可以拆分为数据、基线、深度学习、评估写作四个部分</a:t>
            </a:r>
          </a:p>
        </p:txBody>
      </p:sp>
      <p:sp>
        <p:nvSpPr>
          <p:cNvPr id="26" name="Rectangle 14"/>
          <p:cNvSpPr/>
          <p:nvPr/>
        </p:nvSpPr>
        <p:spPr>
          <a:xfrm>
            <a:off x="529626" y="1628800"/>
            <a:ext cx="358146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</a:rPr>
              <a:t>为什么选择金融违约预测？</a:t>
            </a: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b="1" dirty="0">
                <a:solidFill>
                  <a:schemeClr val="tx2"/>
                </a:solidFill>
              </a:rPr>
              <a:t>现实意义重大</a:t>
            </a:r>
            <a:r>
              <a:rPr lang="zh-CN" altLang="en-US" dirty="0">
                <a:solidFill>
                  <a:schemeClr val="tx2"/>
                </a:solidFill>
              </a:rPr>
              <a:t>：金融风控是银行和信贷机构的核心业务，准确预测违约可以显著降低业务损失</a:t>
            </a: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b="1" dirty="0">
                <a:solidFill>
                  <a:schemeClr val="tx2"/>
                </a:solidFill>
              </a:rPr>
              <a:t>典型的机器学习问题</a:t>
            </a:r>
            <a:r>
              <a:rPr lang="zh-CN" altLang="en-US" dirty="0">
                <a:solidFill>
                  <a:schemeClr val="tx2"/>
                </a:solidFill>
              </a:rPr>
              <a:t>：二分类任务，存在严重的类别不平衡问题（违约用户通常只占 </a:t>
            </a:r>
            <a:r>
              <a:rPr lang="en-US" altLang="zh-CN" dirty="0">
                <a:solidFill>
                  <a:schemeClr val="tx2"/>
                </a:solidFill>
              </a:rPr>
              <a:t>5%-10%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b="1" dirty="0">
                <a:solidFill>
                  <a:schemeClr val="tx2"/>
                </a:solidFill>
              </a:rPr>
              <a:t>技术成熟且有改进空间</a:t>
            </a:r>
            <a:r>
              <a:rPr lang="zh-CN" altLang="en-US" dirty="0">
                <a:solidFill>
                  <a:schemeClr val="tx2"/>
                </a:solidFill>
              </a:rPr>
              <a:t>：传统梯度提升树是行业标准，但深度学习在表格数据上的应用正在兴起</a:t>
            </a:r>
          </a:p>
          <a:p>
            <a:endParaRPr lang="zh-CN" altLang="en-US" sz="2000" dirty="0">
              <a:solidFill>
                <a:schemeClr val="tx2"/>
              </a:solidFill>
              <a:latin typeface="DIN-BlackItalic" pitchFamily="50" charset="0"/>
              <a:ea typeface="+mj-ea"/>
            </a:endParaRPr>
          </a:p>
        </p:txBody>
      </p:sp>
      <p:grpSp>
        <p:nvGrpSpPr>
          <p:cNvPr id="45" name="Group 35"/>
          <p:cNvGrpSpPr/>
          <p:nvPr/>
        </p:nvGrpSpPr>
        <p:grpSpPr>
          <a:xfrm>
            <a:off x="4367808" y="1988840"/>
            <a:ext cx="1488968" cy="1332492"/>
            <a:chOff x="4567913" y="1947001"/>
            <a:chExt cx="1488968" cy="1332492"/>
          </a:xfrm>
        </p:grpSpPr>
        <p:sp>
          <p:nvSpPr>
            <p:cNvPr id="46" name="Freeform 64"/>
            <p:cNvSpPr/>
            <p:nvPr/>
          </p:nvSpPr>
          <p:spPr bwMode="auto">
            <a:xfrm>
              <a:off x="4567913" y="1947001"/>
              <a:ext cx="1488968" cy="1332492"/>
            </a:xfrm>
            <a:custGeom>
              <a:avLst/>
              <a:gdLst/>
              <a:ahLst/>
              <a:cxnLst>
                <a:cxn ang="0">
                  <a:pos x="330" y="184"/>
                </a:cxn>
                <a:cxn ang="0">
                  <a:pos x="330" y="32"/>
                </a:cxn>
                <a:cxn ang="0">
                  <a:pos x="257" y="18"/>
                </a:cxn>
                <a:cxn ang="0">
                  <a:pos x="33" y="152"/>
                </a:cxn>
                <a:cxn ang="0">
                  <a:pos x="28" y="206"/>
                </a:cxn>
                <a:cxn ang="0">
                  <a:pos x="168" y="287"/>
                </a:cxn>
                <a:cxn ang="0">
                  <a:pos x="206" y="286"/>
                </a:cxn>
                <a:cxn ang="0">
                  <a:pos x="289" y="233"/>
                </a:cxn>
                <a:cxn ang="0">
                  <a:pos x="330" y="184"/>
                </a:cxn>
              </a:cxnLst>
              <a:rect l="0" t="0" r="r" b="b"/>
              <a:pathLst>
                <a:path w="335" h="299">
                  <a:moveTo>
                    <a:pt x="330" y="184"/>
                  </a:moveTo>
                  <a:cubicBezTo>
                    <a:pt x="330" y="159"/>
                    <a:pt x="330" y="32"/>
                    <a:pt x="330" y="32"/>
                  </a:cubicBezTo>
                  <a:cubicBezTo>
                    <a:pt x="330" y="32"/>
                    <a:pt x="335" y="0"/>
                    <a:pt x="257" y="18"/>
                  </a:cubicBezTo>
                  <a:cubicBezTo>
                    <a:pt x="180" y="35"/>
                    <a:pt x="96" y="74"/>
                    <a:pt x="33" y="152"/>
                  </a:cubicBezTo>
                  <a:cubicBezTo>
                    <a:pt x="25" y="163"/>
                    <a:pt x="0" y="190"/>
                    <a:pt x="28" y="206"/>
                  </a:cubicBezTo>
                  <a:cubicBezTo>
                    <a:pt x="57" y="222"/>
                    <a:pt x="168" y="287"/>
                    <a:pt x="168" y="287"/>
                  </a:cubicBezTo>
                  <a:cubicBezTo>
                    <a:pt x="168" y="287"/>
                    <a:pt x="189" y="299"/>
                    <a:pt x="206" y="286"/>
                  </a:cubicBezTo>
                  <a:cubicBezTo>
                    <a:pt x="222" y="272"/>
                    <a:pt x="257" y="244"/>
                    <a:pt x="289" y="233"/>
                  </a:cubicBezTo>
                  <a:cubicBezTo>
                    <a:pt x="319" y="224"/>
                    <a:pt x="331" y="226"/>
                    <a:pt x="330" y="184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7" name="Freeform 154"/>
            <p:cNvSpPr/>
            <p:nvPr/>
          </p:nvSpPr>
          <p:spPr bwMode="auto">
            <a:xfrm>
              <a:off x="5300173" y="2465272"/>
              <a:ext cx="309705" cy="420584"/>
            </a:xfrm>
            <a:custGeom>
              <a:avLst/>
              <a:gdLst>
                <a:gd name="T0" fmla="*/ 346 w 355"/>
                <a:gd name="T1" fmla="*/ 132 h 487"/>
                <a:gd name="T2" fmla="*/ 346 w 355"/>
                <a:gd name="T3" fmla="*/ 132 h 487"/>
                <a:gd name="T4" fmla="*/ 116 w 355"/>
                <a:gd name="T5" fmla="*/ 17 h 487"/>
                <a:gd name="T6" fmla="*/ 9 w 355"/>
                <a:gd name="T7" fmla="*/ 53 h 487"/>
                <a:gd name="T8" fmla="*/ 0 w 355"/>
                <a:gd name="T9" fmla="*/ 79 h 487"/>
                <a:gd name="T10" fmla="*/ 9 w 355"/>
                <a:gd name="T11" fmla="*/ 345 h 487"/>
                <a:gd name="T12" fmla="*/ 18 w 355"/>
                <a:gd name="T13" fmla="*/ 363 h 487"/>
                <a:gd name="T14" fmla="*/ 222 w 355"/>
                <a:gd name="T15" fmla="*/ 486 h 487"/>
                <a:gd name="T16" fmla="*/ 231 w 355"/>
                <a:gd name="T17" fmla="*/ 486 h 487"/>
                <a:gd name="T18" fmla="*/ 240 w 355"/>
                <a:gd name="T19" fmla="*/ 486 h 487"/>
                <a:gd name="T20" fmla="*/ 248 w 355"/>
                <a:gd name="T21" fmla="*/ 478 h 487"/>
                <a:gd name="T22" fmla="*/ 248 w 355"/>
                <a:gd name="T23" fmla="*/ 203 h 487"/>
                <a:gd name="T24" fmla="*/ 240 w 355"/>
                <a:gd name="T25" fmla="*/ 185 h 487"/>
                <a:gd name="T26" fmla="*/ 44 w 355"/>
                <a:gd name="T27" fmla="*/ 70 h 487"/>
                <a:gd name="T28" fmla="*/ 71 w 355"/>
                <a:gd name="T29" fmla="*/ 53 h 487"/>
                <a:gd name="T30" fmla="*/ 107 w 355"/>
                <a:gd name="T31" fmla="*/ 44 h 487"/>
                <a:gd name="T32" fmla="*/ 301 w 355"/>
                <a:gd name="T33" fmla="*/ 150 h 487"/>
                <a:gd name="T34" fmla="*/ 310 w 355"/>
                <a:gd name="T35" fmla="*/ 159 h 487"/>
                <a:gd name="T36" fmla="*/ 310 w 355"/>
                <a:gd name="T37" fmla="*/ 425 h 487"/>
                <a:gd name="T38" fmla="*/ 328 w 355"/>
                <a:gd name="T39" fmla="*/ 442 h 487"/>
                <a:gd name="T40" fmla="*/ 354 w 355"/>
                <a:gd name="T41" fmla="*/ 425 h 487"/>
                <a:gd name="T42" fmla="*/ 354 w 355"/>
                <a:gd name="T43" fmla="*/ 141 h 487"/>
                <a:gd name="T44" fmla="*/ 346 w 355"/>
                <a:gd name="T45" fmla="*/ 132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5" h="487">
                  <a:moveTo>
                    <a:pt x="346" y="132"/>
                  </a:moveTo>
                  <a:lnTo>
                    <a:pt x="346" y="132"/>
                  </a:lnTo>
                  <a:cubicBezTo>
                    <a:pt x="116" y="17"/>
                    <a:pt x="116" y="17"/>
                    <a:pt x="116" y="17"/>
                  </a:cubicBezTo>
                  <a:cubicBezTo>
                    <a:pt x="89" y="0"/>
                    <a:pt x="27" y="25"/>
                    <a:pt x="9" y="53"/>
                  </a:cubicBezTo>
                  <a:cubicBezTo>
                    <a:pt x="0" y="70"/>
                    <a:pt x="0" y="79"/>
                    <a:pt x="0" y="79"/>
                  </a:cubicBezTo>
                  <a:cubicBezTo>
                    <a:pt x="9" y="345"/>
                    <a:pt x="9" y="345"/>
                    <a:pt x="9" y="345"/>
                  </a:cubicBezTo>
                  <a:cubicBezTo>
                    <a:pt x="9" y="345"/>
                    <a:pt x="18" y="354"/>
                    <a:pt x="18" y="363"/>
                  </a:cubicBezTo>
                  <a:cubicBezTo>
                    <a:pt x="36" y="363"/>
                    <a:pt x="222" y="486"/>
                    <a:pt x="222" y="486"/>
                  </a:cubicBezTo>
                  <a:cubicBezTo>
                    <a:pt x="231" y="486"/>
                    <a:pt x="231" y="486"/>
                    <a:pt x="231" y="486"/>
                  </a:cubicBezTo>
                  <a:cubicBezTo>
                    <a:pt x="240" y="486"/>
                    <a:pt x="240" y="486"/>
                    <a:pt x="240" y="486"/>
                  </a:cubicBezTo>
                  <a:cubicBezTo>
                    <a:pt x="248" y="486"/>
                    <a:pt x="248" y="478"/>
                    <a:pt x="248" y="478"/>
                  </a:cubicBezTo>
                  <a:cubicBezTo>
                    <a:pt x="248" y="203"/>
                    <a:pt x="248" y="203"/>
                    <a:pt x="248" y="203"/>
                  </a:cubicBezTo>
                  <a:cubicBezTo>
                    <a:pt x="248" y="194"/>
                    <a:pt x="248" y="194"/>
                    <a:pt x="240" y="185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4" y="70"/>
                    <a:pt x="53" y="61"/>
                    <a:pt x="71" y="53"/>
                  </a:cubicBezTo>
                  <a:cubicBezTo>
                    <a:pt x="89" y="44"/>
                    <a:pt x="97" y="44"/>
                    <a:pt x="107" y="44"/>
                  </a:cubicBezTo>
                  <a:cubicBezTo>
                    <a:pt x="107" y="44"/>
                    <a:pt x="293" y="150"/>
                    <a:pt x="301" y="150"/>
                  </a:cubicBezTo>
                  <a:cubicBezTo>
                    <a:pt x="310" y="159"/>
                    <a:pt x="310" y="159"/>
                    <a:pt x="310" y="159"/>
                  </a:cubicBezTo>
                  <a:cubicBezTo>
                    <a:pt x="310" y="168"/>
                    <a:pt x="310" y="425"/>
                    <a:pt x="310" y="425"/>
                  </a:cubicBezTo>
                  <a:cubicBezTo>
                    <a:pt x="310" y="433"/>
                    <a:pt x="319" y="442"/>
                    <a:pt x="328" y="442"/>
                  </a:cubicBezTo>
                  <a:cubicBezTo>
                    <a:pt x="337" y="442"/>
                    <a:pt x="354" y="433"/>
                    <a:pt x="354" y="425"/>
                  </a:cubicBezTo>
                  <a:cubicBezTo>
                    <a:pt x="354" y="141"/>
                    <a:pt x="354" y="141"/>
                    <a:pt x="354" y="141"/>
                  </a:cubicBezTo>
                  <a:lnTo>
                    <a:pt x="346" y="132"/>
                  </a:lnTo>
                </a:path>
              </a:pathLst>
            </a:custGeom>
            <a:solidFill>
              <a:srgbClr val="F4F1E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/>
            </a:p>
          </p:txBody>
        </p:sp>
      </p:grpSp>
      <p:grpSp>
        <p:nvGrpSpPr>
          <p:cNvPr id="48" name="Group 38"/>
          <p:cNvGrpSpPr/>
          <p:nvPr/>
        </p:nvGrpSpPr>
        <p:grpSpPr>
          <a:xfrm>
            <a:off x="4091530" y="2927695"/>
            <a:ext cx="1092888" cy="1716347"/>
            <a:chOff x="4291635" y="2885856"/>
            <a:chExt cx="1092888" cy="1716347"/>
          </a:xfrm>
        </p:grpSpPr>
        <p:sp>
          <p:nvSpPr>
            <p:cNvPr id="49" name="Freeform 62"/>
            <p:cNvSpPr/>
            <p:nvPr/>
          </p:nvSpPr>
          <p:spPr bwMode="auto">
            <a:xfrm>
              <a:off x="4291635" y="2885856"/>
              <a:ext cx="1092888" cy="1716347"/>
            </a:xfrm>
            <a:custGeom>
              <a:avLst/>
              <a:gdLst/>
              <a:ahLst/>
              <a:cxnLst>
                <a:cxn ang="0">
                  <a:pos x="209" y="93"/>
                </a:cxn>
                <a:cxn ang="0">
                  <a:pos x="75" y="20"/>
                </a:cxn>
                <a:cxn ang="0">
                  <a:pos x="27" y="77"/>
                </a:cxn>
                <a:cxn ang="0">
                  <a:pos x="38" y="338"/>
                </a:cxn>
                <a:cxn ang="0">
                  <a:pos x="83" y="368"/>
                </a:cxn>
                <a:cxn ang="0">
                  <a:pos x="221" y="284"/>
                </a:cxn>
                <a:cxn ang="0">
                  <a:pos x="238" y="250"/>
                </a:cxn>
                <a:cxn ang="0">
                  <a:pos x="232" y="152"/>
                </a:cxn>
                <a:cxn ang="0">
                  <a:pos x="209" y="93"/>
                </a:cxn>
              </a:cxnLst>
              <a:rect l="0" t="0" r="r" b="b"/>
              <a:pathLst>
                <a:path w="246" h="385">
                  <a:moveTo>
                    <a:pt x="209" y="93"/>
                  </a:moveTo>
                  <a:cubicBezTo>
                    <a:pt x="187" y="81"/>
                    <a:pt x="75" y="20"/>
                    <a:pt x="75" y="20"/>
                  </a:cubicBezTo>
                  <a:cubicBezTo>
                    <a:pt x="75" y="20"/>
                    <a:pt x="49" y="0"/>
                    <a:pt x="27" y="77"/>
                  </a:cubicBezTo>
                  <a:cubicBezTo>
                    <a:pt x="6" y="153"/>
                    <a:pt x="0" y="245"/>
                    <a:pt x="38" y="338"/>
                  </a:cubicBezTo>
                  <a:cubicBezTo>
                    <a:pt x="43" y="350"/>
                    <a:pt x="56" y="385"/>
                    <a:pt x="83" y="368"/>
                  </a:cubicBezTo>
                  <a:cubicBezTo>
                    <a:pt x="110" y="351"/>
                    <a:pt x="221" y="284"/>
                    <a:pt x="221" y="284"/>
                  </a:cubicBezTo>
                  <a:cubicBezTo>
                    <a:pt x="221" y="284"/>
                    <a:pt x="242" y="271"/>
                    <a:pt x="238" y="250"/>
                  </a:cubicBezTo>
                  <a:cubicBezTo>
                    <a:pt x="234" y="229"/>
                    <a:pt x="226" y="186"/>
                    <a:pt x="232" y="152"/>
                  </a:cubicBezTo>
                  <a:cubicBezTo>
                    <a:pt x="238" y="122"/>
                    <a:pt x="246" y="112"/>
                    <a:pt x="209" y="93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0" name="Freeform 124"/>
            <p:cNvSpPr/>
            <p:nvPr/>
          </p:nvSpPr>
          <p:spPr bwMode="auto">
            <a:xfrm>
              <a:off x="4627776" y="3615446"/>
              <a:ext cx="377650" cy="364739"/>
            </a:xfrm>
            <a:custGeom>
              <a:avLst/>
              <a:gdLst>
                <a:gd name="T0" fmla="*/ 79 w 515"/>
                <a:gd name="T1" fmla="*/ 337 h 498"/>
                <a:gd name="T2" fmla="*/ 79 w 515"/>
                <a:gd name="T3" fmla="*/ 337 h 498"/>
                <a:gd name="T4" fmla="*/ 18 w 515"/>
                <a:gd name="T5" fmla="*/ 470 h 498"/>
                <a:gd name="T6" fmla="*/ 169 w 515"/>
                <a:gd name="T7" fmla="*/ 434 h 498"/>
                <a:gd name="T8" fmla="*/ 160 w 515"/>
                <a:gd name="T9" fmla="*/ 346 h 498"/>
                <a:gd name="T10" fmla="*/ 79 w 515"/>
                <a:gd name="T11" fmla="*/ 337 h 498"/>
                <a:gd name="T12" fmla="*/ 496 w 515"/>
                <a:gd name="T13" fmla="*/ 18 h 498"/>
                <a:gd name="T14" fmla="*/ 496 w 515"/>
                <a:gd name="T15" fmla="*/ 18 h 498"/>
                <a:gd name="T16" fmla="*/ 195 w 515"/>
                <a:gd name="T17" fmla="*/ 231 h 498"/>
                <a:gd name="T18" fmla="*/ 141 w 515"/>
                <a:gd name="T19" fmla="*/ 293 h 498"/>
                <a:gd name="T20" fmla="*/ 150 w 515"/>
                <a:gd name="T21" fmla="*/ 301 h 498"/>
                <a:gd name="T22" fmla="*/ 186 w 515"/>
                <a:gd name="T23" fmla="*/ 328 h 498"/>
                <a:gd name="T24" fmla="*/ 204 w 515"/>
                <a:gd name="T25" fmla="*/ 354 h 498"/>
                <a:gd name="T26" fmla="*/ 213 w 515"/>
                <a:gd name="T27" fmla="*/ 363 h 498"/>
                <a:gd name="T28" fmla="*/ 275 w 515"/>
                <a:gd name="T29" fmla="*/ 310 h 498"/>
                <a:gd name="T30" fmla="*/ 496 w 515"/>
                <a:gd name="T31" fmla="*/ 1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5" h="498">
                  <a:moveTo>
                    <a:pt x="79" y="337"/>
                  </a:moveTo>
                  <a:lnTo>
                    <a:pt x="79" y="337"/>
                  </a:lnTo>
                  <a:cubicBezTo>
                    <a:pt x="44" y="372"/>
                    <a:pt x="71" y="416"/>
                    <a:pt x="18" y="470"/>
                  </a:cubicBezTo>
                  <a:cubicBezTo>
                    <a:pt x="0" y="497"/>
                    <a:pt x="116" y="487"/>
                    <a:pt x="169" y="434"/>
                  </a:cubicBezTo>
                  <a:cubicBezTo>
                    <a:pt x="195" y="407"/>
                    <a:pt x="186" y="372"/>
                    <a:pt x="160" y="346"/>
                  </a:cubicBezTo>
                  <a:cubicBezTo>
                    <a:pt x="132" y="319"/>
                    <a:pt x="97" y="319"/>
                    <a:pt x="79" y="337"/>
                  </a:cubicBezTo>
                  <a:close/>
                  <a:moveTo>
                    <a:pt x="496" y="18"/>
                  </a:moveTo>
                  <a:lnTo>
                    <a:pt x="496" y="18"/>
                  </a:lnTo>
                  <a:cubicBezTo>
                    <a:pt x="479" y="0"/>
                    <a:pt x="257" y="168"/>
                    <a:pt x="195" y="231"/>
                  </a:cubicBezTo>
                  <a:cubicBezTo>
                    <a:pt x="169" y="266"/>
                    <a:pt x="160" y="284"/>
                    <a:pt x="141" y="293"/>
                  </a:cubicBezTo>
                  <a:cubicBezTo>
                    <a:pt x="141" y="301"/>
                    <a:pt x="150" y="301"/>
                    <a:pt x="150" y="301"/>
                  </a:cubicBezTo>
                  <a:cubicBezTo>
                    <a:pt x="160" y="310"/>
                    <a:pt x="169" y="310"/>
                    <a:pt x="186" y="328"/>
                  </a:cubicBezTo>
                  <a:cubicBezTo>
                    <a:pt x="195" y="337"/>
                    <a:pt x="204" y="346"/>
                    <a:pt x="204" y="354"/>
                  </a:cubicBezTo>
                  <a:cubicBezTo>
                    <a:pt x="204" y="363"/>
                    <a:pt x="213" y="363"/>
                    <a:pt x="213" y="363"/>
                  </a:cubicBezTo>
                  <a:cubicBezTo>
                    <a:pt x="230" y="354"/>
                    <a:pt x="248" y="337"/>
                    <a:pt x="275" y="310"/>
                  </a:cubicBezTo>
                  <a:cubicBezTo>
                    <a:pt x="336" y="248"/>
                    <a:pt x="514" y="35"/>
                    <a:pt x="496" y="18"/>
                  </a:cubicBez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/>
            </a:p>
          </p:txBody>
        </p:sp>
      </p:grpSp>
      <p:grpSp>
        <p:nvGrpSpPr>
          <p:cNvPr id="51" name="Group 41"/>
          <p:cNvGrpSpPr/>
          <p:nvPr/>
        </p:nvGrpSpPr>
        <p:grpSpPr>
          <a:xfrm>
            <a:off x="4353139" y="4238184"/>
            <a:ext cx="1493859" cy="1344716"/>
            <a:chOff x="4553244" y="4196345"/>
            <a:chExt cx="1493859" cy="1344716"/>
          </a:xfrm>
        </p:grpSpPr>
        <p:sp>
          <p:nvSpPr>
            <p:cNvPr id="52" name="Freeform 61"/>
            <p:cNvSpPr/>
            <p:nvPr/>
          </p:nvSpPr>
          <p:spPr bwMode="auto">
            <a:xfrm>
              <a:off x="4553244" y="4196345"/>
              <a:ext cx="1493859" cy="1344716"/>
            </a:xfrm>
            <a:custGeom>
              <a:avLst/>
              <a:gdLst/>
              <a:ahLst/>
              <a:cxnLst>
                <a:cxn ang="0">
                  <a:pos x="161" y="22"/>
                </a:cxn>
                <a:cxn ang="0">
                  <a:pos x="31" y="100"/>
                </a:cxn>
                <a:cxn ang="0">
                  <a:pos x="56" y="171"/>
                </a:cxn>
                <a:cxn ang="0">
                  <a:pos x="287" y="293"/>
                </a:cxn>
                <a:cxn ang="0">
                  <a:pos x="335" y="270"/>
                </a:cxn>
                <a:cxn ang="0">
                  <a:pos x="332" y="108"/>
                </a:cxn>
                <a:cxn ang="0">
                  <a:pos x="312" y="77"/>
                </a:cxn>
                <a:cxn ang="0">
                  <a:pos x="224" y="32"/>
                </a:cxn>
                <a:cxn ang="0">
                  <a:pos x="161" y="22"/>
                </a:cxn>
              </a:cxnLst>
              <a:rect l="0" t="0" r="r" b="b"/>
              <a:pathLst>
                <a:path w="336" h="302">
                  <a:moveTo>
                    <a:pt x="161" y="22"/>
                  </a:moveTo>
                  <a:cubicBezTo>
                    <a:pt x="140" y="35"/>
                    <a:pt x="31" y="100"/>
                    <a:pt x="31" y="100"/>
                  </a:cubicBezTo>
                  <a:cubicBezTo>
                    <a:pt x="31" y="100"/>
                    <a:pt x="0" y="113"/>
                    <a:pt x="56" y="171"/>
                  </a:cubicBezTo>
                  <a:cubicBezTo>
                    <a:pt x="111" y="228"/>
                    <a:pt x="187" y="280"/>
                    <a:pt x="287" y="293"/>
                  </a:cubicBezTo>
                  <a:cubicBezTo>
                    <a:pt x="300" y="295"/>
                    <a:pt x="336" y="302"/>
                    <a:pt x="335" y="270"/>
                  </a:cubicBezTo>
                  <a:cubicBezTo>
                    <a:pt x="334" y="237"/>
                    <a:pt x="332" y="108"/>
                    <a:pt x="332" y="108"/>
                  </a:cubicBezTo>
                  <a:cubicBezTo>
                    <a:pt x="332" y="108"/>
                    <a:pt x="332" y="84"/>
                    <a:pt x="312" y="77"/>
                  </a:cubicBezTo>
                  <a:cubicBezTo>
                    <a:pt x="292" y="70"/>
                    <a:pt x="250" y="54"/>
                    <a:pt x="224" y="32"/>
                  </a:cubicBezTo>
                  <a:cubicBezTo>
                    <a:pt x="201" y="12"/>
                    <a:pt x="196" y="0"/>
                    <a:pt x="161" y="22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3" name="Freeform 116"/>
            <p:cNvSpPr/>
            <p:nvPr/>
          </p:nvSpPr>
          <p:spPr bwMode="auto">
            <a:xfrm>
              <a:off x="5239213" y="4686290"/>
              <a:ext cx="370665" cy="385342"/>
            </a:xfrm>
            <a:custGeom>
              <a:avLst/>
              <a:gdLst>
                <a:gd name="T0" fmla="*/ 400 w 445"/>
                <a:gd name="T1" fmla="*/ 159 h 462"/>
                <a:gd name="T2" fmla="*/ 400 w 445"/>
                <a:gd name="T3" fmla="*/ 159 h 462"/>
                <a:gd name="T4" fmla="*/ 266 w 445"/>
                <a:gd name="T5" fmla="*/ 8 h 462"/>
                <a:gd name="T6" fmla="*/ 36 w 445"/>
                <a:gd name="T7" fmla="*/ 248 h 462"/>
                <a:gd name="T8" fmla="*/ 9 w 445"/>
                <a:gd name="T9" fmla="*/ 319 h 462"/>
                <a:gd name="T10" fmla="*/ 81 w 445"/>
                <a:gd name="T11" fmla="*/ 355 h 462"/>
                <a:gd name="T12" fmla="*/ 98 w 445"/>
                <a:gd name="T13" fmla="*/ 346 h 462"/>
                <a:gd name="T14" fmla="*/ 134 w 445"/>
                <a:gd name="T15" fmla="*/ 372 h 462"/>
                <a:gd name="T16" fmla="*/ 160 w 445"/>
                <a:gd name="T17" fmla="*/ 434 h 462"/>
                <a:gd name="T18" fmla="*/ 187 w 445"/>
                <a:gd name="T19" fmla="*/ 452 h 462"/>
                <a:gd name="T20" fmla="*/ 240 w 445"/>
                <a:gd name="T21" fmla="*/ 434 h 462"/>
                <a:gd name="T22" fmla="*/ 249 w 445"/>
                <a:gd name="T23" fmla="*/ 416 h 462"/>
                <a:gd name="T24" fmla="*/ 231 w 445"/>
                <a:gd name="T25" fmla="*/ 390 h 462"/>
                <a:gd name="T26" fmla="*/ 204 w 445"/>
                <a:gd name="T27" fmla="*/ 337 h 462"/>
                <a:gd name="T28" fmla="*/ 231 w 445"/>
                <a:gd name="T29" fmla="*/ 310 h 462"/>
                <a:gd name="T30" fmla="*/ 417 w 445"/>
                <a:gd name="T31" fmla="*/ 355 h 462"/>
                <a:gd name="T32" fmla="*/ 400 w 445"/>
                <a:gd name="T33" fmla="*/ 159 h 462"/>
                <a:gd name="T34" fmla="*/ 390 w 445"/>
                <a:gd name="T35" fmla="*/ 310 h 462"/>
                <a:gd name="T36" fmla="*/ 390 w 445"/>
                <a:gd name="T37" fmla="*/ 310 h 462"/>
                <a:gd name="T38" fmla="*/ 302 w 445"/>
                <a:gd name="T39" fmla="*/ 204 h 462"/>
                <a:gd name="T40" fmla="*/ 284 w 445"/>
                <a:gd name="T41" fmla="*/ 62 h 462"/>
                <a:gd name="T42" fmla="*/ 364 w 445"/>
                <a:gd name="T43" fmla="*/ 177 h 462"/>
                <a:gd name="T44" fmla="*/ 390 w 445"/>
                <a:gd name="T45" fmla="*/ 31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5" h="462">
                  <a:moveTo>
                    <a:pt x="400" y="159"/>
                  </a:moveTo>
                  <a:lnTo>
                    <a:pt x="400" y="159"/>
                  </a:lnTo>
                  <a:cubicBezTo>
                    <a:pt x="364" y="71"/>
                    <a:pt x="302" y="0"/>
                    <a:pt x="266" y="8"/>
                  </a:cubicBezTo>
                  <a:cubicBezTo>
                    <a:pt x="213" y="36"/>
                    <a:pt x="302" y="142"/>
                    <a:pt x="36" y="248"/>
                  </a:cubicBezTo>
                  <a:cubicBezTo>
                    <a:pt x="9" y="257"/>
                    <a:pt x="0" y="292"/>
                    <a:pt x="9" y="319"/>
                  </a:cubicBezTo>
                  <a:cubicBezTo>
                    <a:pt x="18" y="337"/>
                    <a:pt x="53" y="363"/>
                    <a:pt x="81" y="355"/>
                  </a:cubicBezTo>
                  <a:lnTo>
                    <a:pt x="98" y="346"/>
                  </a:lnTo>
                  <a:cubicBezTo>
                    <a:pt x="116" y="372"/>
                    <a:pt x="134" y="355"/>
                    <a:pt x="134" y="372"/>
                  </a:cubicBezTo>
                  <a:cubicBezTo>
                    <a:pt x="143" y="390"/>
                    <a:pt x="160" y="425"/>
                    <a:pt x="160" y="434"/>
                  </a:cubicBezTo>
                  <a:cubicBezTo>
                    <a:pt x="169" y="443"/>
                    <a:pt x="178" y="461"/>
                    <a:pt x="187" y="452"/>
                  </a:cubicBezTo>
                  <a:cubicBezTo>
                    <a:pt x="196" y="452"/>
                    <a:pt x="231" y="443"/>
                    <a:pt x="240" y="434"/>
                  </a:cubicBezTo>
                  <a:cubicBezTo>
                    <a:pt x="257" y="434"/>
                    <a:pt x="257" y="425"/>
                    <a:pt x="249" y="416"/>
                  </a:cubicBezTo>
                  <a:cubicBezTo>
                    <a:pt x="249" y="408"/>
                    <a:pt x="231" y="399"/>
                    <a:pt x="231" y="390"/>
                  </a:cubicBezTo>
                  <a:cubicBezTo>
                    <a:pt x="222" y="381"/>
                    <a:pt x="213" y="346"/>
                    <a:pt x="204" y="337"/>
                  </a:cubicBezTo>
                  <a:cubicBezTo>
                    <a:pt x="196" y="328"/>
                    <a:pt x="213" y="310"/>
                    <a:pt x="231" y="310"/>
                  </a:cubicBezTo>
                  <a:cubicBezTo>
                    <a:pt x="355" y="302"/>
                    <a:pt x="373" y="372"/>
                    <a:pt x="417" y="355"/>
                  </a:cubicBezTo>
                  <a:cubicBezTo>
                    <a:pt x="444" y="346"/>
                    <a:pt x="444" y="248"/>
                    <a:pt x="400" y="159"/>
                  </a:cubicBezTo>
                  <a:close/>
                  <a:moveTo>
                    <a:pt x="390" y="310"/>
                  </a:moveTo>
                  <a:lnTo>
                    <a:pt x="390" y="310"/>
                  </a:lnTo>
                  <a:cubicBezTo>
                    <a:pt x="381" y="310"/>
                    <a:pt x="328" y="275"/>
                    <a:pt x="302" y="204"/>
                  </a:cubicBezTo>
                  <a:cubicBezTo>
                    <a:pt x="275" y="133"/>
                    <a:pt x="275" y="62"/>
                    <a:pt x="284" y="62"/>
                  </a:cubicBezTo>
                  <a:cubicBezTo>
                    <a:pt x="293" y="62"/>
                    <a:pt x="337" y="106"/>
                    <a:pt x="364" y="177"/>
                  </a:cubicBezTo>
                  <a:cubicBezTo>
                    <a:pt x="400" y="248"/>
                    <a:pt x="390" y="302"/>
                    <a:pt x="390" y="310"/>
                  </a:cubicBez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/>
            </a:p>
          </p:txBody>
        </p:sp>
      </p:grpSp>
      <p:grpSp>
        <p:nvGrpSpPr>
          <p:cNvPr id="54" name="Group 44"/>
          <p:cNvGrpSpPr/>
          <p:nvPr/>
        </p:nvGrpSpPr>
        <p:grpSpPr>
          <a:xfrm>
            <a:off x="5954572" y="1993728"/>
            <a:ext cx="1488968" cy="1354496"/>
            <a:chOff x="6154677" y="1951889"/>
            <a:chExt cx="1488968" cy="1354496"/>
          </a:xfrm>
        </p:grpSpPr>
        <p:sp>
          <p:nvSpPr>
            <p:cNvPr id="55" name="Freeform 59"/>
            <p:cNvSpPr/>
            <p:nvPr/>
          </p:nvSpPr>
          <p:spPr bwMode="auto">
            <a:xfrm>
              <a:off x="6154677" y="1951889"/>
              <a:ext cx="1488968" cy="1354496"/>
            </a:xfrm>
            <a:custGeom>
              <a:avLst/>
              <a:gdLst/>
              <a:ahLst/>
              <a:cxnLst>
                <a:cxn ang="0">
                  <a:pos x="174" y="281"/>
                </a:cxn>
                <a:cxn ang="0">
                  <a:pos x="305" y="204"/>
                </a:cxn>
                <a:cxn ang="0">
                  <a:pos x="280" y="133"/>
                </a:cxn>
                <a:cxn ang="0">
                  <a:pos x="49" y="9"/>
                </a:cxn>
                <a:cxn ang="0">
                  <a:pos x="1" y="33"/>
                </a:cxn>
                <a:cxn ang="0">
                  <a:pos x="3" y="194"/>
                </a:cxn>
                <a:cxn ang="0">
                  <a:pos x="23" y="226"/>
                </a:cxn>
                <a:cxn ang="0">
                  <a:pos x="110" y="271"/>
                </a:cxn>
                <a:cxn ang="0">
                  <a:pos x="174" y="281"/>
                </a:cxn>
              </a:cxnLst>
              <a:rect l="0" t="0" r="r" b="b"/>
              <a:pathLst>
                <a:path w="335" h="304">
                  <a:moveTo>
                    <a:pt x="174" y="281"/>
                  </a:moveTo>
                  <a:cubicBezTo>
                    <a:pt x="195" y="268"/>
                    <a:pt x="305" y="204"/>
                    <a:pt x="305" y="204"/>
                  </a:cubicBezTo>
                  <a:cubicBezTo>
                    <a:pt x="305" y="204"/>
                    <a:pt x="335" y="192"/>
                    <a:pt x="280" y="133"/>
                  </a:cubicBezTo>
                  <a:cubicBezTo>
                    <a:pt x="225" y="76"/>
                    <a:pt x="149" y="24"/>
                    <a:pt x="49" y="9"/>
                  </a:cubicBezTo>
                  <a:cubicBezTo>
                    <a:pt x="36" y="7"/>
                    <a:pt x="0" y="0"/>
                    <a:pt x="1" y="33"/>
                  </a:cubicBezTo>
                  <a:cubicBezTo>
                    <a:pt x="2" y="65"/>
                    <a:pt x="3" y="194"/>
                    <a:pt x="3" y="194"/>
                  </a:cubicBezTo>
                  <a:cubicBezTo>
                    <a:pt x="3" y="194"/>
                    <a:pt x="3" y="219"/>
                    <a:pt x="23" y="226"/>
                  </a:cubicBezTo>
                  <a:cubicBezTo>
                    <a:pt x="43" y="233"/>
                    <a:pt x="85" y="249"/>
                    <a:pt x="110" y="271"/>
                  </a:cubicBezTo>
                  <a:cubicBezTo>
                    <a:pt x="133" y="292"/>
                    <a:pt x="138" y="304"/>
                    <a:pt x="174" y="281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6" name="Freeform 100"/>
            <p:cNvSpPr/>
            <p:nvPr/>
          </p:nvSpPr>
          <p:spPr bwMode="auto">
            <a:xfrm>
              <a:off x="6523752" y="2465272"/>
              <a:ext cx="530778" cy="342894"/>
            </a:xfrm>
            <a:custGeom>
              <a:avLst/>
              <a:gdLst>
                <a:gd name="T0" fmla="*/ 381 w 498"/>
                <a:gd name="T1" fmla="*/ 89 h 320"/>
                <a:gd name="T2" fmla="*/ 381 w 498"/>
                <a:gd name="T3" fmla="*/ 89 h 320"/>
                <a:gd name="T4" fmla="*/ 355 w 498"/>
                <a:gd name="T5" fmla="*/ 89 h 320"/>
                <a:gd name="T6" fmla="*/ 231 w 498"/>
                <a:gd name="T7" fmla="*/ 0 h 320"/>
                <a:gd name="T8" fmla="*/ 98 w 498"/>
                <a:gd name="T9" fmla="*/ 134 h 320"/>
                <a:gd name="T10" fmla="*/ 98 w 498"/>
                <a:gd name="T11" fmla="*/ 150 h 320"/>
                <a:gd name="T12" fmla="*/ 89 w 498"/>
                <a:gd name="T13" fmla="*/ 150 h 320"/>
                <a:gd name="T14" fmla="*/ 0 w 498"/>
                <a:gd name="T15" fmla="*/ 240 h 320"/>
                <a:gd name="T16" fmla="*/ 89 w 498"/>
                <a:gd name="T17" fmla="*/ 319 h 320"/>
                <a:gd name="T18" fmla="*/ 381 w 498"/>
                <a:gd name="T19" fmla="*/ 319 h 320"/>
                <a:gd name="T20" fmla="*/ 497 w 498"/>
                <a:gd name="T21" fmla="*/ 204 h 320"/>
                <a:gd name="T22" fmla="*/ 381 w 498"/>
                <a:gd name="T23" fmla="*/ 89 h 320"/>
                <a:gd name="T24" fmla="*/ 284 w 498"/>
                <a:gd name="T25" fmla="*/ 195 h 320"/>
                <a:gd name="T26" fmla="*/ 284 w 498"/>
                <a:gd name="T27" fmla="*/ 195 h 320"/>
                <a:gd name="T28" fmla="*/ 213 w 498"/>
                <a:gd name="T29" fmla="*/ 275 h 320"/>
                <a:gd name="T30" fmla="*/ 195 w 498"/>
                <a:gd name="T31" fmla="*/ 275 h 320"/>
                <a:gd name="T32" fmla="*/ 195 w 498"/>
                <a:gd name="T33" fmla="*/ 266 h 320"/>
                <a:gd name="T34" fmla="*/ 195 w 498"/>
                <a:gd name="T35" fmla="*/ 257 h 320"/>
                <a:gd name="T36" fmla="*/ 222 w 498"/>
                <a:gd name="T37" fmla="*/ 204 h 320"/>
                <a:gd name="T38" fmla="*/ 204 w 498"/>
                <a:gd name="T39" fmla="*/ 195 h 320"/>
                <a:gd name="T40" fmla="*/ 204 w 498"/>
                <a:gd name="T41" fmla="*/ 195 h 320"/>
                <a:gd name="T42" fmla="*/ 186 w 498"/>
                <a:gd name="T43" fmla="*/ 178 h 320"/>
                <a:gd name="T44" fmla="*/ 195 w 498"/>
                <a:gd name="T45" fmla="*/ 160 h 320"/>
                <a:gd name="T46" fmla="*/ 258 w 498"/>
                <a:gd name="T47" fmla="*/ 89 h 320"/>
                <a:gd name="T48" fmla="*/ 275 w 498"/>
                <a:gd name="T49" fmla="*/ 80 h 320"/>
                <a:gd name="T50" fmla="*/ 284 w 498"/>
                <a:gd name="T51" fmla="*/ 89 h 320"/>
                <a:gd name="T52" fmla="*/ 275 w 498"/>
                <a:gd name="T53" fmla="*/ 106 h 320"/>
                <a:gd name="T54" fmla="*/ 249 w 498"/>
                <a:gd name="T55" fmla="*/ 160 h 320"/>
                <a:gd name="T56" fmla="*/ 275 w 498"/>
                <a:gd name="T57" fmla="*/ 169 h 320"/>
                <a:gd name="T58" fmla="*/ 275 w 498"/>
                <a:gd name="T59" fmla="*/ 169 h 320"/>
                <a:gd name="T60" fmla="*/ 293 w 498"/>
                <a:gd name="T61" fmla="*/ 187 h 320"/>
                <a:gd name="T62" fmla="*/ 284 w 498"/>
                <a:gd name="T63" fmla="*/ 1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8" h="320">
                  <a:moveTo>
                    <a:pt x="381" y="89"/>
                  </a:moveTo>
                  <a:lnTo>
                    <a:pt x="381" y="89"/>
                  </a:lnTo>
                  <a:cubicBezTo>
                    <a:pt x="372" y="89"/>
                    <a:pt x="364" y="89"/>
                    <a:pt x="355" y="89"/>
                  </a:cubicBezTo>
                  <a:cubicBezTo>
                    <a:pt x="337" y="36"/>
                    <a:pt x="293" y="0"/>
                    <a:pt x="231" y="0"/>
                  </a:cubicBezTo>
                  <a:cubicBezTo>
                    <a:pt x="160" y="0"/>
                    <a:pt x="98" y="62"/>
                    <a:pt x="98" y="134"/>
                  </a:cubicBezTo>
                  <a:cubicBezTo>
                    <a:pt x="98" y="134"/>
                    <a:pt x="98" y="142"/>
                    <a:pt x="98" y="150"/>
                  </a:cubicBezTo>
                  <a:cubicBezTo>
                    <a:pt x="98" y="150"/>
                    <a:pt x="98" y="150"/>
                    <a:pt x="89" y="150"/>
                  </a:cubicBezTo>
                  <a:cubicBezTo>
                    <a:pt x="45" y="150"/>
                    <a:pt x="0" y="187"/>
                    <a:pt x="0" y="240"/>
                  </a:cubicBezTo>
                  <a:cubicBezTo>
                    <a:pt x="0" y="284"/>
                    <a:pt x="45" y="319"/>
                    <a:pt x="89" y="319"/>
                  </a:cubicBezTo>
                  <a:cubicBezTo>
                    <a:pt x="381" y="319"/>
                    <a:pt x="381" y="319"/>
                    <a:pt x="381" y="319"/>
                  </a:cubicBezTo>
                  <a:cubicBezTo>
                    <a:pt x="443" y="319"/>
                    <a:pt x="497" y="275"/>
                    <a:pt x="497" y="204"/>
                  </a:cubicBezTo>
                  <a:cubicBezTo>
                    <a:pt x="497" y="142"/>
                    <a:pt x="443" y="89"/>
                    <a:pt x="381" y="89"/>
                  </a:cubicBezTo>
                  <a:close/>
                  <a:moveTo>
                    <a:pt x="284" y="195"/>
                  </a:moveTo>
                  <a:lnTo>
                    <a:pt x="284" y="195"/>
                  </a:lnTo>
                  <a:cubicBezTo>
                    <a:pt x="266" y="213"/>
                    <a:pt x="222" y="266"/>
                    <a:pt x="213" y="275"/>
                  </a:cubicBezTo>
                  <a:cubicBezTo>
                    <a:pt x="213" y="275"/>
                    <a:pt x="204" y="284"/>
                    <a:pt x="195" y="275"/>
                  </a:cubicBezTo>
                  <a:cubicBezTo>
                    <a:pt x="195" y="275"/>
                    <a:pt x="195" y="275"/>
                    <a:pt x="195" y="266"/>
                  </a:cubicBezTo>
                  <a:lnTo>
                    <a:pt x="195" y="257"/>
                  </a:lnTo>
                  <a:cubicBezTo>
                    <a:pt x="222" y="204"/>
                    <a:pt x="222" y="204"/>
                    <a:pt x="222" y="204"/>
                  </a:cubicBezTo>
                  <a:cubicBezTo>
                    <a:pt x="222" y="195"/>
                    <a:pt x="213" y="195"/>
                    <a:pt x="204" y="195"/>
                  </a:cubicBezTo>
                  <a:lnTo>
                    <a:pt x="204" y="195"/>
                  </a:lnTo>
                  <a:cubicBezTo>
                    <a:pt x="195" y="187"/>
                    <a:pt x="186" y="187"/>
                    <a:pt x="186" y="178"/>
                  </a:cubicBezTo>
                  <a:cubicBezTo>
                    <a:pt x="186" y="169"/>
                    <a:pt x="186" y="169"/>
                    <a:pt x="195" y="160"/>
                  </a:cubicBezTo>
                  <a:cubicBezTo>
                    <a:pt x="204" y="142"/>
                    <a:pt x="258" y="89"/>
                    <a:pt x="258" y="89"/>
                  </a:cubicBezTo>
                  <a:cubicBezTo>
                    <a:pt x="266" y="80"/>
                    <a:pt x="266" y="80"/>
                    <a:pt x="275" y="80"/>
                  </a:cubicBezTo>
                  <a:cubicBezTo>
                    <a:pt x="275" y="89"/>
                    <a:pt x="284" y="89"/>
                    <a:pt x="284" y="89"/>
                  </a:cubicBezTo>
                  <a:cubicBezTo>
                    <a:pt x="284" y="97"/>
                    <a:pt x="275" y="97"/>
                    <a:pt x="275" y="106"/>
                  </a:cubicBezTo>
                  <a:cubicBezTo>
                    <a:pt x="249" y="160"/>
                    <a:pt x="249" y="160"/>
                    <a:pt x="249" y="160"/>
                  </a:cubicBezTo>
                  <a:cubicBezTo>
                    <a:pt x="258" y="160"/>
                    <a:pt x="266" y="169"/>
                    <a:pt x="275" y="169"/>
                  </a:cubicBezTo>
                  <a:lnTo>
                    <a:pt x="275" y="169"/>
                  </a:lnTo>
                  <a:cubicBezTo>
                    <a:pt x="284" y="169"/>
                    <a:pt x="293" y="178"/>
                    <a:pt x="293" y="187"/>
                  </a:cubicBezTo>
                  <a:lnTo>
                    <a:pt x="284" y="195"/>
                  </a:ln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/>
            </a:p>
          </p:txBody>
        </p:sp>
      </p:grpSp>
      <p:grpSp>
        <p:nvGrpSpPr>
          <p:cNvPr id="57" name="Group 47"/>
          <p:cNvGrpSpPr/>
          <p:nvPr/>
        </p:nvGrpSpPr>
        <p:grpSpPr>
          <a:xfrm>
            <a:off x="6607372" y="2925250"/>
            <a:ext cx="1092888" cy="1713903"/>
            <a:chOff x="6807477" y="2883411"/>
            <a:chExt cx="1092888" cy="1713903"/>
          </a:xfrm>
        </p:grpSpPr>
        <p:sp>
          <p:nvSpPr>
            <p:cNvPr id="58" name="Freeform 58"/>
            <p:cNvSpPr/>
            <p:nvPr/>
          </p:nvSpPr>
          <p:spPr bwMode="auto">
            <a:xfrm>
              <a:off x="6807477" y="2883411"/>
              <a:ext cx="1092888" cy="1713903"/>
            </a:xfrm>
            <a:custGeom>
              <a:avLst/>
              <a:gdLst/>
              <a:ahLst/>
              <a:cxnLst>
                <a:cxn ang="0">
                  <a:pos x="38" y="293"/>
                </a:cxn>
                <a:cxn ang="0">
                  <a:pos x="171" y="365"/>
                </a:cxn>
                <a:cxn ang="0">
                  <a:pos x="219" y="308"/>
                </a:cxn>
                <a:cxn ang="0">
                  <a:pos x="208" y="47"/>
                </a:cxn>
                <a:cxn ang="0">
                  <a:pos x="163" y="17"/>
                </a:cxn>
                <a:cxn ang="0">
                  <a:pos x="26" y="101"/>
                </a:cxn>
                <a:cxn ang="0">
                  <a:pos x="8" y="135"/>
                </a:cxn>
                <a:cxn ang="0">
                  <a:pos x="14" y="233"/>
                </a:cxn>
                <a:cxn ang="0">
                  <a:pos x="38" y="293"/>
                </a:cxn>
              </a:cxnLst>
              <a:rect l="0" t="0" r="r" b="b"/>
              <a:pathLst>
                <a:path w="246" h="385">
                  <a:moveTo>
                    <a:pt x="38" y="293"/>
                  </a:moveTo>
                  <a:cubicBezTo>
                    <a:pt x="60" y="304"/>
                    <a:pt x="171" y="365"/>
                    <a:pt x="171" y="365"/>
                  </a:cubicBezTo>
                  <a:cubicBezTo>
                    <a:pt x="171" y="365"/>
                    <a:pt x="197" y="385"/>
                    <a:pt x="219" y="308"/>
                  </a:cubicBezTo>
                  <a:cubicBezTo>
                    <a:pt x="241" y="232"/>
                    <a:pt x="246" y="140"/>
                    <a:pt x="208" y="47"/>
                  </a:cubicBezTo>
                  <a:cubicBezTo>
                    <a:pt x="203" y="35"/>
                    <a:pt x="191" y="0"/>
                    <a:pt x="163" y="17"/>
                  </a:cubicBezTo>
                  <a:cubicBezTo>
                    <a:pt x="136" y="35"/>
                    <a:pt x="26" y="101"/>
                    <a:pt x="26" y="101"/>
                  </a:cubicBezTo>
                  <a:cubicBezTo>
                    <a:pt x="26" y="101"/>
                    <a:pt x="4" y="114"/>
                    <a:pt x="8" y="135"/>
                  </a:cubicBezTo>
                  <a:cubicBezTo>
                    <a:pt x="13" y="156"/>
                    <a:pt x="21" y="200"/>
                    <a:pt x="14" y="233"/>
                  </a:cubicBezTo>
                  <a:cubicBezTo>
                    <a:pt x="8" y="263"/>
                    <a:pt x="0" y="273"/>
                    <a:pt x="38" y="293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9" name="Freeform 141"/>
            <p:cNvSpPr/>
            <p:nvPr/>
          </p:nvSpPr>
          <p:spPr bwMode="auto">
            <a:xfrm>
              <a:off x="7126463" y="3502271"/>
              <a:ext cx="517182" cy="526333"/>
            </a:xfrm>
            <a:custGeom>
              <a:avLst/>
              <a:gdLst>
                <a:gd name="T0" fmla="*/ 479 w 497"/>
                <a:gd name="T1" fmla="*/ 186 h 506"/>
                <a:gd name="T2" fmla="*/ 479 w 497"/>
                <a:gd name="T3" fmla="*/ 186 h 506"/>
                <a:gd name="T4" fmla="*/ 292 w 497"/>
                <a:gd name="T5" fmla="*/ 142 h 506"/>
                <a:gd name="T6" fmla="*/ 266 w 497"/>
                <a:gd name="T7" fmla="*/ 17 h 506"/>
                <a:gd name="T8" fmla="*/ 239 w 497"/>
                <a:gd name="T9" fmla="*/ 0 h 506"/>
                <a:gd name="T10" fmla="*/ 17 w 497"/>
                <a:gd name="T11" fmla="*/ 61 h 506"/>
                <a:gd name="T12" fmla="*/ 0 w 497"/>
                <a:gd name="T13" fmla="*/ 89 h 506"/>
                <a:gd name="T14" fmla="*/ 79 w 497"/>
                <a:gd name="T15" fmla="*/ 390 h 506"/>
                <a:gd name="T16" fmla="*/ 107 w 497"/>
                <a:gd name="T17" fmla="*/ 399 h 506"/>
                <a:gd name="T18" fmla="*/ 195 w 497"/>
                <a:gd name="T19" fmla="*/ 372 h 506"/>
                <a:gd name="T20" fmla="*/ 177 w 497"/>
                <a:gd name="T21" fmla="*/ 425 h 506"/>
                <a:gd name="T22" fmla="*/ 195 w 497"/>
                <a:gd name="T23" fmla="*/ 443 h 506"/>
                <a:gd name="T24" fmla="*/ 398 w 497"/>
                <a:gd name="T25" fmla="*/ 496 h 506"/>
                <a:gd name="T26" fmla="*/ 426 w 497"/>
                <a:gd name="T27" fmla="*/ 487 h 506"/>
                <a:gd name="T28" fmla="*/ 496 w 497"/>
                <a:gd name="T29" fmla="*/ 212 h 506"/>
                <a:gd name="T30" fmla="*/ 479 w 497"/>
                <a:gd name="T31" fmla="*/ 186 h 506"/>
                <a:gd name="T32" fmla="*/ 35 w 497"/>
                <a:gd name="T33" fmla="*/ 97 h 506"/>
                <a:gd name="T34" fmla="*/ 35 w 497"/>
                <a:gd name="T35" fmla="*/ 97 h 506"/>
                <a:gd name="T36" fmla="*/ 230 w 497"/>
                <a:gd name="T37" fmla="*/ 44 h 506"/>
                <a:gd name="T38" fmla="*/ 310 w 497"/>
                <a:gd name="T39" fmla="*/ 310 h 506"/>
                <a:gd name="T40" fmla="*/ 116 w 497"/>
                <a:gd name="T41" fmla="*/ 364 h 506"/>
                <a:gd name="T42" fmla="*/ 35 w 497"/>
                <a:gd name="T43" fmla="*/ 97 h 506"/>
                <a:gd name="T44" fmla="*/ 389 w 497"/>
                <a:gd name="T45" fmla="*/ 461 h 506"/>
                <a:gd name="T46" fmla="*/ 389 w 497"/>
                <a:gd name="T47" fmla="*/ 461 h 506"/>
                <a:gd name="T48" fmla="*/ 222 w 497"/>
                <a:gd name="T49" fmla="*/ 417 h 506"/>
                <a:gd name="T50" fmla="*/ 230 w 497"/>
                <a:gd name="T51" fmla="*/ 364 h 506"/>
                <a:gd name="T52" fmla="*/ 328 w 497"/>
                <a:gd name="T53" fmla="*/ 336 h 506"/>
                <a:gd name="T54" fmla="*/ 345 w 497"/>
                <a:gd name="T55" fmla="*/ 319 h 506"/>
                <a:gd name="T56" fmla="*/ 310 w 497"/>
                <a:gd name="T57" fmla="*/ 177 h 506"/>
                <a:gd name="T58" fmla="*/ 451 w 497"/>
                <a:gd name="T59" fmla="*/ 212 h 506"/>
                <a:gd name="T60" fmla="*/ 389 w 497"/>
                <a:gd name="T61" fmla="*/ 46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7" h="506">
                  <a:moveTo>
                    <a:pt x="479" y="186"/>
                  </a:moveTo>
                  <a:lnTo>
                    <a:pt x="479" y="186"/>
                  </a:lnTo>
                  <a:cubicBezTo>
                    <a:pt x="292" y="142"/>
                    <a:pt x="292" y="142"/>
                    <a:pt x="292" y="142"/>
                  </a:cubicBezTo>
                  <a:cubicBezTo>
                    <a:pt x="266" y="17"/>
                    <a:pt x="266" y="17"/>
                    <a:pt x="266" y="17"/>
                  </a:cubicBezTo>
                  <a:cubicBezTo>
                    <a:pt x="257" y="8"/>
                    <a:pt x="248" y="0"/>
                    <a:pt x="239" y="0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0" y="71"/>
                    <a:pt x="0" y="80"/>
                    <a:pt x="0" y="89"/>
                  </a:cubicBezTo>
                  <a:cubicBezTo>
                    <a:pt x="79" y="390"/>
                    <a:pt x="79" y="390"/>
                    <a:pt x="79" y="390"/>
                  </a:cubicBezTo>
                  <a:cubicBezTo>
                    <a:pt x="79" y="399"/>
                    <a:pt x="97" y="399"/>
                    <a:pt x="107" y="399"/>
                  </a:cubicBezTo>
                  <a:cubicBezTo>
                    <a:pt x="195" y="372"/>
                    <a:pt x="195" y="372"/>
                    <a:pt x="195" y="372"/>
                  </a:cubicBezTo>
                  <a:cubicBezTo>
                    <a:pt x="177" y="425"/>
                    <a:pt x="177" y="425"/>
                    <a:pt x="177" y="425"/>
                  </a:cubicBezTo>
                  <a:cubicBezTo>
                    <a:pt x="177" y="434"/>
                    <a:pt x="186" y="443"/>
                    <a:pt x="195" y="443"/>
                  </a:cubicBezTo>
                  <a:cubicBezTo>
                    <a:pt x="398" y="496"/>
                    <a:pt x="398" y="496"/>
                    <a:pt x="398" y="496"/>
                  </a:cubicBezTo>
                  <a:cubicBezTo>
                    <a:pt x="407" y="505"/>
                    <a:pt x="416" y="496"/>
                    <a:pt x="426" y="487"/>
                  </a:cubicBezTo>
                  <a:cubicBezTo>
                    <a:pt x="496" y="212"/>
                    <a:pt x="496" y="212"/>
                    <a:pt x="496" y="212"/>
                  </a:cubicBezTo>
                  <a:cubicBezTo>
                    <a:pt x="496" y="204"/>
                    <a:pt x="488" y="186"/>
                    <a:pt x="479" y="186"/>
                  </a:cubicBezTo>
                  <a:close/>
                  <a:moveTo>
                    <a:pt x="35" y="97"/>
                  </a:moveTo>
                  <a:lnTo>
                    <a:pt x="35" y="97"/>
                  </a:lnTo>
                  <a:cubicBezTo>
                    <a:pt x="230" y="44"/>
                    <a:pt x="230" y="44"/>
                    <a:pt x="230" y="44"/>
                  </a:cubicBezTo>
                  <a:cubicBezTo>
                    <a:pt x="310" y="310"/>
                    <a:pt x="310" y="310"/>
                    <a:pt x="310" y="310"/>
                  </a:cubicBezTo>
                  <a:cubicBezTo>
                    <a:pt x="116" y="364"/>
                    <a:pt x="116" y="364"/>
                    <a:pt x="116" y="364"/>
                  </a:cubicBezTo>
                  <a:lnTo>
                    <a:pt x="35" y="97"/>
                  </a:lnTo>
                  <a:close/>
                  <a:moveTo>
                    <a:pt x="389" y="461"/>
                  </a:moveTo>
                  <a:lnTo>
                    <a:pt x="389" y="461"/>
                  </a:lnTo>
                  <a:cubicBezTo>
                    <a:pt x="222" y="417"/>
                    <a:pt x="222" y="417"/>
                    <a:pt x="222" y="417"/>
                  </a:cubicBezTo>
                  <a:cubicBezTo>
                    <a:pt x="230" y="364"/>
                    <a:pt x="230" y="364"/>
                    <a:pt x="230" y="364"/>
                  </a:cubicBezTo>
                  <a:cubicBezTo>
                    <a:pt x="328" y="336"/>
                    <a:pt x="328" y="336"/>
                    <a:pt x="328" y="336"/>
                  </a:cubicBezTo>
                  <a:cubicBezTo>
                    <a:pt x="336" y="336"/>
                    <a:pt x="345" y="327"/>
                    <a:pt x="345" y="319"/>
                  </a:cubicBezTo>
                  <a:cubicBezTo>
                    <a:pt x="310" y="177"/>
                    <a:pt x="310" y="177"/>
                    <a:pt x="310" y="177"/>
                  </a:cubicBezTo>
                  <a:cubicBezTo>
                    <a:pt x="451" y="212"/>
                    <a:pt x="451" y="212"/>
                    <a:pt x="451" y="212"/>
                  </a:cubicBezTo>
                  <a:lnTo>
                    <a:pt x="389" y="461"/>
                  </a:ln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/>
            </a:p>
          </p:txBody>
        </p:sp>
      </p:grpSp>
      <p:grpSp>
        <p:nvGrpSpPr>
          <p:cNvPr id="60" name="Group 50"/>
          <p:cNvGrpSpPr/>
          <p:nvPr/>
        </p:nvGrpSpPr>
        <p:grpSpPr>
          <a:xfrm>
            <a:off x="5944793" y="4255296"/>
            <a:ext cx="1476743" cy="1354496"/>
            <a:chOff x="6144898" y="4213457"/>
            <a:chExt cx="1476743" cy="1354496"/>
          </a:xfrm>
        </p:grpSpPr>
        <p:sp>
          <p:nvSpPr>
            <p:cNvPr id="61" name="Freeform 60"/>
            <p:cNvSpPr/>
            <p:nvPr/>
          </p:nvSpPr>
          <p:spPr bwMode="auto">
            <a:xfrm>
              <a:off x="6144898" y="4213457"/>
              <a:ext cx="1476743" cy="1354496"/>
            </a:xfrm>
            <a:custGeom>
              <a:avLst/>
              <a:gdLst/>
              <a:ahLst/>
              <a:cxnLst>
                <a:cxn ang="0">
                  <a:pos x="2" y="120"/>
                </a:cxn>
                <a:cxn ang="0">
                  <a:pos x="7" y="272"/>
                </a:cxn>
                <a:cxn ang="0">
                  <a:pos x="81" y="284"/>
                </a:cxn>
                <a:cxn ang="0">
                  <a:pos x="300" y="141"/>
                </a:cxn>
                <a:cxn ang="0">
                  <a:pos x="303" y="88"/>
                </a:cxn>
                <a:cxn ang="0">
                  <a:pos x="160" y="12"/>
                </a:cxn>
                <a:cxn ang="0">
                  <a:pos x="123" y="14"/>
                </a:cxn>
                <a:cxn ang="0">
                  <a:pos x="41" y="69"/>
                </a:cxn>
                <a:cxn ang="0">
                  <a:pos x="2" y="120"/>
                </a:cxn>
              </a:cxnLst>
              <a:rect l="0" t="0" r="r" b="b"/>
              <a:pathLst>
                <a:path w="332" h="304">
                  <a:moveTo>
                    <a:pt x="2" y="120"/>
                  </a:moveTo>
                  <a:cubicBezTo>
                    <a:pt x="3" y="145"/>
                    <a:pt x="7" y="272"/>
                    <a:pt x="7" y="272"/>
                  </a:cubicBezTo>
                  <a:cubicBezTo>
                    <a:pt x="7" y="272"/>
                    <a:pt x="4" y="304"/>
                    <a:pt x="81" y="284"/>
                  </a:cubicBezTo>
                  <a:cubicBezTo>
                    <a:pt x="158" y="264"/>
                    <a:pt x="240" y="222"/>
                    <a:pt x="300" y="141"/>
                  </a:cubicBezTo>
                  <a:cubicBezTo>
                    <a:pt x="308" y="131"/>
                    <a:pt x="332" y="102"/>
                    <a:pt x="303" y="88"/>
                  </a:cubicBezTo>
                  <a:cubicBezTo>
                    <a:pt x="274" y="73"/>
                    <a:pt x="160" y="12"/>
                    <a:pt x="160" y="12"/>
                  </a:cubicBezTo>
                  <a:cubicBezTo>
                    <a:pt x="160" y="12"/>
                    <a:pt x="139" y="0"/>
                    <a:pt x="123" y="14"/>
                  </a:cubicBezTo>
                  <a:cubicBezTo>
                    <a:pt x="107" y="29"/>
                    <a:pt x="73" y="58"/>
                    <a:pt x="41" y="69"/>
                  </a:cubicBezTo>
                  <a:cubicBezTo>
                    <a:pt x="12" y="80"/>
                    <a:pt x="0" y="78"/>
                    <a:pt x="2" y="12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2" name="Freeform 123"/>
            <p:cNvSpPr/>
            <p:nvPr/>
          </p:nvSpPr>
          <p:spPr bwMode="auto">
            <a:xfrm>
              <a:off x="6531183" y="4687484"/>
              <a:ext cx="401270" cy="409061"/>
            </a:xfrm>
            <a:custGeom>
              <a:avLst/>
              <a:gdLst>
                <a:gd name="T0" fmla="*/ 275 w 452"/>
                <a:gd name="T1" fmla="*/ 301 h 462"/>
                <a:gd name="T2" fmla="*/ 275 w 452"/>
                <a:gd name="T3" fmla="*/ 301 h 462"/>
                <a:gd name="T4" fmla="*/ 434 w 452"/>
                <a:gd name="T5" fmla="*/ 26 h 462"/>
                <a:gd name="T6" fmla="*/ 434 w 452"/>
                <a:gd name="T7" fmla="*/ 18 h 462"/>
                <a:gd name="T8" fmla="*/ 425 w 452"/>
                <a:gd name="T9" fmla="*/ 18 h 462"/>
                <a:gd name="T10" fmla="*/ 159 w 452"/>
                <a:gd name="T11" fmla="*/ 178 h 462"/>
                <a:gd name="T12" fmla="*/ 9 w 452"/>
                <a:gd name="T13" fmla="*/ 301 h 462"/>
                <a:gd name="T14" fmla="*/ 35 w 452"/>
                <a:gd name="T15" fmla="*/ 328 h 462"/>
                <a:gd name="T16" fmla="*/ 88 w 452"/>
                <a:gd name="T17" fmla="*/ 310 h 462"/>
                <a:gd name="T18" fmla="*/ 151 w 452"/>
                <a:gd name="T19" fmla="*/ 372 h 462"/>
                <a:gd name="T20" fmla="*/ 133 w 452"/>
                <a:gd name="T21" fmla="*/ 425 h 462"/>
                <a:gd name="T22" fmla="*/ 151 w 452"/>
                <a:gd name="T23" fmla="*/ 452 h 462"/>
                <a:gd name="T24" fmla="*/ 275 w 452"/>
                <a:gd name="T25" fmla="*/ 301 h 462"/>
                <a:gd name="T26" fmla="*/ 301 w 452"/>
                <a:gd name="T27" fmla="*/ 150 h 462"/>
                <a:gd name="T28" fmla="*/ 301 w 452"/>
                <a:gd name="T29" fmla="*/ 150 h 462"/>
                <a:gd name="T30" fmla="*/ 301 w 452"/>
                <a:gd name="T31" fmla="*/ 97 h 462"/>
                <a:gd name="T32" fmla="*/ 354 w 452"/>
                <a:gd name="T33" fmla="*/ 97 h 462"/>
                <a:gd name="T34" fmla="*/ 354 w 452"/>
                <a:gd name="T35" fmla="*/ 150 h 462"/>
                <a:gd name="T36" fmla="*/ 301 w 452"/>
                <a:gd name="T37" fmla="*/ 15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2" h="462">
                  <a:moveTo>
                    <a:pt x="275" y="301"/>
                  </a:moveTo>
                  <a:lnTo>
                    <a:pt x="275" y="301"/>
                  </a:lnTo>
                  <a:cubicBezTo>
                    <a:pt x="275" y="301"/>
                    <a:pt x="451" y="169"/>
                    <a:pt x="434" y="26"/>
                  </a:cubicBezTo>
                  <a:lnTo>
                    <a:pt x="434" y="18"/>
                  </a:lnTo>
                  <a:cubicBezTo>
                    <a:pt x="425" y="18"/>
                    <a:pt x="425" y="18"/>
                    <a:pt x="425" y="18"/>
                  </a:cubicBezTo>
                  <a:cubicBezTo>
                    <a:pt x="284" y="0"/>
                    <a:pt x="159" y="178"/>
                    <a:pt x="159" y="178"/>
                  </a:cubicBezTo>
                  <a:cubicBezTo>
                    <a:pt x="53" y="159"/>
                    <a:pt x="62" y="186"/>
                    <a:pt x="9" y="301"/>
                  </a:cubicBezTo>
                  <a:cubicBezTo>
                    <a:pt x="0" y="328"/>
                    <a:pt x="18" y="328"/>
                    <a:pt x="35" y="328"/>
                  </a:cubicBezTo>
                  <a:cubicBezTo>
                    <a:pt x="53" y="319"/>
                    <a:pt x="88" y="310"/>
                    <a:pt x="88" y="310"/>
                  </a:cubicBezTo>
                  <a:cubicBezTo>
                    <a:pt x="151" y="372"/>
                    <a:pt x="151" y="372"/>
                    <a:pt x="151" y="372"/>
                  </a:cubicBezTo>
                  <a:cubicBezTo>
                    <a:pt x="151" y="372"/>
                    <a:pt x="141" y="407"/>
                    <a:pt x="133" y="425"/>
                  </a:cubicBezTo>
                  <a:cubicBezTo>
                    <a:pt x="124" y="443"/>
                    <a:pt x="133" y="461"/>
                    <a:pt x="151" y="452"/>
                  </a:cubicBezTo>
                  <a:cubicBezTo>
                    <a:pt x="266" y="398"/>
                    <a:pt x="292" y="407"/>
                    <a:pt x="275" y="301"/>
                  </a:cubicBezTo>
                  <a:close/>
                  <a:moveTo>
                    <a:pt x="301" y="150"/>
                  </a:moveTo>
                  <a:lnTo>
                    <a:pt x="301" y="150"/>
                  </a:lnTo>
                  <a:cubicBezTo>
                    <a:pt x="284" y="133"/>
                    <a:pt x="284" y="115"/>
                    <a:pt x="301" y="97"/>
                  </a:cubicBezTo>
                  <a:cubicBezTo>
                    <a:pt x="319" y="80"/>
                    <a:pt x="345" y="80"/>
                    <a:pt x="354" y="97"/>
                  </a:cubicBezTo>
                  <a:cubicBezTo>
                    <a:pt x="372" y="115"/>
                    <a:pt x="372" y="133"/>
                    <a:pt x="354" y="150"/>
                  </a:cubicBezTo>
                  <a:cubicBezTo>
                    <a:pt x="345" y="169"/>
                    <a:pt x="319" y="169"/>
                    <a:pt x="301" y="150"/>
                  </a:cubicBez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/>
            </a:p>
          </p:txBody>
        </p:sp>
      </p:grpSp>
      <p:grpSp>
        <p:nvGrpSpPr>
          <p:cNvPr id="63" name="Group 53"/>
          <p:cNvGrpSpPr/>
          <p:nvPr/>
        </p:nvGrpSpPr>
        <p:grpSpPr>
          <a:xfrm>
            <a:off x="5221091" y="3120844"/>
            <a:ext cx="1342272" cy="1339827"/>
            <a:chOff x="5421196" y="3079005"/>
            <a:chExt cx="1342272" cy="1339827"/>
          </a:xfrm>
        </p:grpSpPr>
        <p:sp>
          <p:nvSpPr>
            <p:cNvPr id="64" name="Oval 63"/>
            <p:cNvSpPr/>
            <p:nvPr/>
          </p:nvSpPr>
          <p:spPr bwMode="auto">
            <a:xfrm>
              <a:off x="5421196" y="3079005"/>
              <a:ext cx="1342272" cy="13398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5" name="Freeform 65"/>
            <p:cNvSpPr/>
            <p:nvPr/>
          </p:nvSpPr>
          <p:spPr bwMode="auto">
            <a:xfrm>
              <a:off x="5860487" y="3528208"/>
              <a:ext cx="463689" cy="463689"/>
            </a:xfrm>
            <a:custGeom>
              <a:avLst/>
              <a:gdLst>
                <a:gd name="T0" fmla="*/ 381 w 417"/>
                <a:gd name="T1" fmla="*/ 203 h 417"/>
                <a:gd name="T2" fmla="*/ 381 w 417"/>
                <a:gd name="T3" fmla="*/ 203 h 417"/>
                <a:gd name="T4" fmla="*/ 416 w 417"/>
                <a:gd name="T5" fmla="*/ 141 h 417"/>
                <a:gd name="T6" fmla="*/ 408 w 417"/>
                <a:gd name="T7" fmla="*/ 106 h 417"/>
                <a:gd name="T8" fmla="*/ 337 w 417"/>
                <a:gd name="T9" fmla="*/ 79 h 417"/>
                <a:gd name="T10" fmla="*/ 319 w 417"/>
                <a:gd name="T11" fmla="*/ 17 h 417"/>
                <a:gd name="T12" fmla="*/ 275 w 417"/>
                <a:gd name="T13" fmla="*/ 0 h 417"/>
                <a:gd name="T14" fmla="*/ 213 w 417"/>
                <a:gd name="T15" fmla="*/ 35 h 417"/>
                <a:gd name="T16" fmla="*/ 151 w 417"/>
                <a:gd name="T17" fmla="*/ 0 h 417"/>
                <a:gd name="T18" fmla="*/ 107 w 417"/>
                <a:gd name="T19" fmla="*/ 17 h 417"/>
                <a:gd name="T20" fmla="*/ 89 w 417"/>
                <a:gd name="T21" fmla="*/ 79 h 417"/>
                <a:gd name="T22" fmla="*/ 18 w 417"/>
                <a:gd name="T23" fmla="*/ 106 h 417"/>
                <a:gd name="T24" fmla="*/ 0 w 417"/>
                <a:gd name="T25" fmla="*/ 141 h 417"/>
                <a:gd name="T26" fmla="*/ 44 w 417"/>
                <a:gd name="T27" fmla="*/ 203 h 417"/>
                <a:gd name="T28" fmla="*/ 0 w 417"/>
                <a:gd name="T29" fmla="*/ 275 h 417"/>
                <a:gd name="T30" fmla="*/ 18 w 417"/>
                <a:gd name="T31" fmla="*/ 310 h 417"/>
                <a:gd name="T32" fmla="*/ 89 w 417"/>
                <a:gd name="T33" fmla="*/ 328 h 417"/>
                <a:gd name="T34" fmla="*/ 107 w 417"/>
                <a:gd name="T35" fmla="*/ 398 h 417"/>
                <a:gd name="T36" fmla="*/ 151 w 417"/>
                <a:gd name="T37" fmla="*/ 416 h 417"/>
                <a:gd name="T38" fmla="*/ 213 w 417"/>
                <a:gd name="T39" fmla="*/ 372 h 417"/>
                <a:gd name="T40" fmla="*/ 275 w 417"/>
                <a:gd name="T41" fmla="*/ 416 h 417"/>
                <a:gd name="T42" fmla="*/ 319 w 417"/>
                <a:gd name="T43" fmla="*/ 398 h 417"/>
                <a:gd name="T44" fmla="*/ 337 w 417"/>
                <a:gd name="T45" fmla="*/ 328 h 417"/>
                <a:gd name="T46" fmla="*/ 408 w 417"/>
                <a:gd name="T47" fmla="*/ 310 h 417"/>
                <a:gd name="T48" fmla="*/ 416 w 417"/>
                <a:gd name="T49" fmla="*/ 265 h 417"/>
                <a:gd name="T50" fmla="*/ 381 w 417"/>
                <a:gd name="T51" fmla="*/ 203 h 417"/>
                <a:gd name="T52" fmla="*/ 213 w 417"/>
                <a:gd name="T53" fmla="*/ 292 h 417"/>
                <a:gd name="T54" fmla="*/ 213 w 417"/>
                <a:gd name="T55" fmla="*/ 292 h 417"/>
                <a:gd name="T56" fmla="*/ 125 w 417"/>
                <a:gd name="T57" fmla="*/ 203 h 417"/>
                <a:gd name="T58" fmla="*/ 213 w 417"/>
                <a:gd name="T59" fmla="*/ 115 h 417"/>
                <a:gd name="T60" fmla="*/ 301 w 417"/>
                <a:gd name="T61" fmla="*/ 203 h 417"/>
                <a:gd name="T62" fmla="*/ 213 w 417"/>
                <a:gd name="T63" fmla="*/ 292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7" h="417">
                  <a:moveTo>
                    <a:pt x="381" y="203"/>
                  </a:moveTo>
                  <a:lnTo>
                    <a:pt x="381" y="203"/>
                  </a:lnTo>
                  <a:cubicBezTo>
                    <a:pt x="381" y="177"/>
                    <a:pt x="399" y="159"/>
                    <a:pt x="416" y="141"/>
                  </a:cubicBezTo>
                  <a:cubicBezTo>
                    <a:pt x="416" y="132"/>
                    <a:pt x="408" y="115"/>
                    <a:pt x="408" y="106"/>
                  </a:cubicBezTo>
                  <a:cubicBezTo>
                    <a:pt x="372" y="115"/>
                    <a:pt x="354" y="97"/>
                    <a:pt x="337" y="79"/>
                  </a:cubicBezTo>
                  <a:cubicBezTo>
                    <a:pt x="319" y="62"/>
                    <a:pt x="310" y="44"/>
                    <a:pt x="319" y="17"/>
                  </a:cubicBezTo>
                  <a:cubicBezTo>
                    <a:pt x="310" y="9"/>
                    <a:pt x="293" y="0"/>
                    <a:pt x="275" y="0"/>
                  </a:cubicBezTo>
                  <a:cubicBezTo>
                    <a:pt x="266" y="17"/>
                    <a:pt x="240" y="35"/>
                    <a:pt x="213" y="35"/>
                  </a:cubicBezTo>
                  <a:cubicBezTo>
                    <a:pt x="187" y="35"/>
                    <a:pt x="160" y="17"/>
                    <a:pt x="151" y="0"/>
                  </a:cubicBezTo>
                  <a:cubicBezTo>
                    <a:pt x="133" y="0"/>
                    <a:pt x="116" y="9"/>
                    <a:pt x="107" y="17"/>
                  </a:cubicBezTo>
                  <a:cubicBezTo>
                    <a:pt x="116" y="44"/>
                    <a:pt x="107" y="62"/>
                    <a:pt x="89" y="79"/>
                  </a:cubicBezTo>
                  <a:cubicBezTo>
                    <a:pt x="72" y="97"/>
                    <a:pt x="44" y="115"/>
                    <a:pt x="18" y="106"/>
                  </a:cubicBezTo>
                  <a:cubicBezTo>
                    <a:pt x="18" y="115"/>
                    <a:pt x="9" y="132"/>
                    <a:pt x="0" y="141"/>
                  </a:cubicBezTo>
                  <a:cubicBezTo>
                    <a:pt x="27" y="159"/>
                    <a:pt x="44" y="177"/>
                    <a:pt x="44" y="203"/>
                  </a:cubicBezTo>
                  <a:cubicBezTo>
                    <a:pt x="44" y="230"/>
                    <a:pt x="27" y="256"/>
                    <a:pt x="0" y="275"/>
                  </a:cubicBezTo>
                  <a:cubicBezTo>
                    <a:pt x="9" y="283"/>
                    <a:pt x="18" y="301"/>
                    <a:pt x="18" y="310"/>
                  </a:cubicBezTo>
                  <a:cubicBezTo>
                    <a:pt x="44" y="310"/>
                    <a:pt x="72" y="310"/>
                    <a:pt x="89" y="328"/>
                  </a:cubicBezTo>
                  <a:cubicBezTo>
                    <a:pt x="107" y="345"/>
                    <a:pt x="116" y="372"/>
                    <a:pt x="107" y="398"/>
                  </a:cubicBezTo>
                  <a:cubicBezTo>
                    <a:pt x="116" y="407"/>
                    <a:pt x="133" y="407"/>
                    <a:pt x="151" y="416"/>
                  </a:cubicBezTo>
                  <a:cubicBezTo>
                    <a:pt x="160" y="389"/>
                    <a:pt x="187" y="372"/>
                    <a:pt x="213" y="372"/>
                  </a:cubicBezTo>
                  <a:cubicBezTo>
                    <a:pt x="240" y="372"/>
                    <a:pt x="266" y="389"/>
                    <a:pt x="275" y="416"/>
                  </a:cubicBezTo>
                  <a:cubicBezTo>
                    <a:pt x="293" y="407"/>
                    <a:pt x="310" y="407"/>
                    <a:pt x="319" y="398"/>
                  </a:cubicBezTo>
                  <a:cubicBezTo>
                    <a:pt x="310" y="372"/>
                    <a:pt x="319" y="345"/>
                    <a:pt x="337" y="328"/>
                  </a:cubicBezTo>
                  <a:cubicBezTo>
                    <a:pt x="354" y="310"/>
                    <a:pt x="372" y="301"/>
                    <a:pt x="408" y="310"/>
                  </a:cubicBezTo>
                  <a:cubicBezTo>
                    <a:pt x="408" y="292"/>
                    <a:pt x="416" y="283"/>
                    <a:pt x="416" y="265"/>
                  </a:cubicBezTo>
                  <a:cubicBezTo>
                    <a:pt x="399" y="256"/>
                    <a:pt x="381" y="230"/>
                    <a:pt x="381" y="203"/>
                  </a:cubicBezTo>
                  <a:close/>
                  <a:moveTo>
                    <a:pt x="213" y="292"/>
                  </a:moveTo>
                  <a:lnTo>
                    <a:pt x="213" y="292"/>
                  </a:lnTo>
                  <a:cubicBezTo>
                    <a:pt x="160" y="292"/>
                    <a:pt x="125" y="256"/>
                    <a:pt x="125" y="203"/>
                  </a:cubicBezTo>
                  <a:cubicBezTo>
                    <a:pt x="125" y="159"/>
                    <a:pt x="160" y="115"/>
                    <a:pt x="213" y="115"/>
                  </a:cubicBezTo>
                  <a:cubicBezTo>
                    <a:pt x="266" y="115"/>
                    <a:pt x="301" y="159"/>
                    <a:pt x="301" y="203"/>
                  </a:cubicBezTo>
                  <a:cubicBezTo>
                    <a:pt x="301" y="256"/>
                    <a:pt x="266" y="292"/>
                    <a:pt x="213" y="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占位符 24"/>
          <p:cNvSpPr txBox="1"/>
          <p:nvPr/>
        </p:nvSpPr>
        <p:spPr>
          <a:xfrm>
            <a:off x="3926175" y="3140968"/>
            <a:ext cx="4339650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60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5400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</p:txBody>
      </p:sp>
      <p:sp>
        <p:nvSpPr>
          <p:cNvPr id="6" name="Freeform 5"/>
          <p:cNvSpPr/>
          <p:nvPr/>
        </p:nvSpPr>
        <p:spPr bwMode="auto">
          <a:xfrm>
            <a:off x="5471005" y="1875313"/>
            <a:ext cx="1249989" cy="112700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4800" dirty="0">
                <a:solidFill>
                  <a:srgbClr val="F4F1EC"/>
                </a:solidFill>
                <a:latin typeface="+mj-lt"/>
              </a:rPr>
              <a:t>02</a:t>
            </a:r>
            <a:endParaRPr lang="zh-CN" altLang="en-US" sz="4800" dirty="0">
              <a:solidFill>
                <a:srgbClr val="F4F1EC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/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/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Shape 2022"/>
          <p:cNvSpPr/>
          <p:nvPr/>
        </p:nvSpPr>
        <p:spPr>
          <a:xfrm flipV="1">
            <a:off x="2546650" y="2361912"/>
            <a:ext cx="1723549" cy="10908"/>
          </a:xfrm>
          <a:prstGeom prst="line">
            <a:avLst/>
          </a:prstGeom>
          <a:noFill/>
          <a:ln w="12700" cap="flat" cmpd="sng">
            <a:solidFill>
              <a:schemeClr val="bg1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 sz="3200"/>
            </a:pPr>
            <a:endParaRPr sz="4265" dirty="0"/>
          </a:p>
        </p:txBody>
      </p:sp>
      <p:sp>
        <p:nvSpPr>
          <p:cNvPr id="23" name="文本框 22"/>
          <p:cNvSpPr txBox="1"/>
          <p:nvPr/>
        </p:nvSpPr>
        <p:spPr>
          <a:xfrm>
            <a:off x="4845611" y="1159251"/>
            <a:ext cx="2500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zh-CN" altLang="en-US" sz="2800" dirty="0">
                <a:effectLst/>
              </a:rPr>
              <a:t>论文精读两篇：</a:t>
            </a:r>
          </a:p>
        </p:txBody>
      </p:sp>
      <p:sp>
        <p:nvSpPr>
          <p:cNvPr id="25" name="矩形 24"/>
          <p:cNvSpPr/>
          <p:nvPr/>
        </p:nvSpPr>
        <p:spPr>
          <a:xfrm>
            <a:off x="2208563" y="2571151"/>
            <a:ext cx="239972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rPr>
              <a:t>Lorem ipsum dolor sit </a:t>
            </a:r>
            <a:r>
              <a:rPr lang="en-US" altLang="zh-CN" sz="1200" dirty="0" err="1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rPr>
              <a:t>, please add your text here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803620" y="1967232"/>
            <a:ext cx="1786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effectLst/>
              </a:rPr>
              <a:t>添加标题内容</a:t>
            </a:r>
          </a:p>
        </p:txBody>
      </p:sp>
      <p:sp>
        <p:nvSpPr>
          <p:cNvPr id="2" name="Shape 2022">
            <a:extLst>
              <a:ext uri="{FF2B5EF4-FFF2-40B4-BE49-F238E27FC236}">
                <a16:creationId xmlns:a16="http://schemas.microsoft.com/office/drawing/2014/main" id="{BBF07237-A93A-2E7F-16F7-53CE6078BD64}"/>
              </a:ext>
            </a:extLst>
          </p:cNvPr>
          <p:cNvSpPr/>
          <p:nvPr/>
        </p:nvSpPr>
        <p:spPr>
          <a:xfrm flipV="1">
            <a:off x="7803620" y="2356482"/>
            <a:ext cx="1786228" cy="10860"/>
          </a:xfrm>
          <a:prstGeom prst="line">
            <a:avLst/>
          </a:prstGeom>
          <a:noFill/>
          <a:ln w="12700" cap="flat" cmpd="sng">
            <a:solidFill>
              <a:schemeClr val="bg1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 sz="3200"/>
            </a:pPr>
            <a:endParaRPr sz="426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ED9F39-6226-5AA2-93CE-D61DA1F3E2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55"/>
          <a:stretch>
            <a:fillRect/>
          </a:stretch>
        </p:blipFill>
        <p:spPr>
          <a:xfrm>
            <a:off x="2429560" y="1932952"/>
            <a:ext cx="7230484" cy="15651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BFDE12-5F76-41ED-08A3-947E443652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6" t="7546" r="4529" b="47307"/>
          <a:stretch>
            <a:fillRect/>
          </a:stretch>
        </p:blipFill>
        <p:spPr>
          <a:xfrm>
            <a:off x="2574073" y="3814018"/>
            <a:ext cx="6941457" cy="1695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48B0-82D2-8FED-93CF-D6CBEFDB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AEB58D76-631E-ADD5-FC9B-2AD49E465187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00904744-24D0-061E-E165-9FAFA0030D23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C4B925-062F-33D3-F3D8-94742608B859}"/>
              </a:ext>
            </a:extLst>
          </p:cNvPr>
          <p:cNvSpPr txBox="1"/>
          <p:nvPr/>
        </p:nvSpPr>
        <p:spPr>
          <a:xfrm>
            <a:off x="1251392" y="1128344"/>
            <a:ext cx="271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altLang="zh-CN" sz="2800" dirty="0">
                <a:effectLst/>
              </a:rPr>
              <a:t>1.LightGBM</a:t>
            </a:r>
            <a:r>
              <a:rPr lang="zh-CN" altLang="en-US" sz="2800" dirty="0">
                <a:effectLst/>
              </a:rPr>
              <a:t>：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03FCF4E-14B3-1886-5325-617EC194006F}"/>
              </a:ext>
            </a:extLst>
          </p:cNvPr>
          <p:cNvSpPr/>
          <p:nvPr/>
        </p:nvSpPr>
        <p:spPr>
          <a:xfrm>
            <a:off x="1441419" y="1726008"/>
            <a:ext cx="8928992" cy="44983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F2030C-EE0E-98E4-E60C-F23B9A2E1ECF}"/>
              </a:ext>
            </a:extLst>
          </p:cNvPr>
          <p:cNvSpPr txBox="1"/>
          <p:nvPr/>
        </p:nvSpPr>
        <p:spPr>
          <a:xfrm>
            <a:off x="1821589" y="1897685"/>
            <a:ext cx="7848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zh-CN" sz="2400" b="0" dirty="0">
                <a:solidFill>
                  <a:schemeClr val="bg1"/>
                </a:solidFill>
                <a:effectLst/>
                <a:latin typeface="ui-sans-serif"/>
              </a:rPr>
              <a:t>LightGBM（Light Gradient Boosting Machine）是微软 2017 年开源的轻量级梯度提升树框架，专为大规模数据和高维特征场景优化。它基于 GBDT 算法，通过四大核心技术突破传统瓶颈：直方图算法将连续特征离散化为分桶，大幅降低计算量与内存消耗；Leaf-wise 生长策略优先分裂增益最大的叶子节点，相同迭代次数下精度更高；梯度单边采样（GOSS）保留梯度大的样本，加速训练；互斥特征捆绑（EFB）合并互斥特征，减少特征维度。</a:t>
            </a:r>
          </a:p>
          <a:p>
            <a:pPr algn="l">
              <a:buNone/>
            </a:pPr>
            <a:r>
              <a:rPr lang="zh-CN" altLang="zh-CN" sz="2400" b="0" dirty="0">
                <a:solidFill>
                  <a:schemeClr val="bg1"/>
                </a:solidFill>
                <a:effectLst/>
                <a:latin typeface="ui-sans-serif"/>
              </a:rPr>
              <a:t>相比 XGBoost，其训练速度提升数倍，内存占用降低约 75%，同时支持并行计算与类别特征直接输入，广泛应用于金融风控、推荐系统、广告点击率预测等工业场景。</a:t>
            </a:r>
          </a:p>
        </p:txBody>
      </p:sp>
    </p:spTree>
    <p:extLst>
      <p:ext uri="{BB962C8B-B14F-4D97-AF65-F5344CB8AC3E}">
        <p14:creationId xmlns:p14="http://schemas.microsoft.com/office/powerpoint/2010/main" val="187197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395D-1AF8-08D2-2AC2-831E496E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A80C5089-0CF2-46CB-1E50-FDBCF8E20697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8041009C-7715-8DB1-DFFC-AB0DAF36D4ED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3FDFE0-75FC-A48D-167C-A113ED8CA6E8}"/>
              </a:ext>
            </a:extLst>
          </p:cNvPr>
          <p:cNvSpPr txBox="1"/>
          <p:nvPr/>
        </p:nvSpPr>
        <p:spPr>
          <a:xfrm>
            <a:off x="1251392" y="1128344"/>
            <a:ext cx="340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altLang="zh-CN" sz="2800" dirty="0" err="1">
                <a:effectLst/>
              </a:rPr>
              <a:t>LightGBM</a:t>
            </a:r>
            <a:r>
              <a:rPr lang="zh-CN" altLang="en-US" sz="2800" dirty="0">
                <a:effectLst/>
              </a:rPr>
              <a:t>实现步骤：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853C73B-FC63-A997-8DF6-4513EA3FB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44" y="1949389"/>
            <a:ext cx="10704512" cy="375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7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6D6F4-3E3E-42C6-2F79-AFF780487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64357CE2-B99E-6865-77A0-6B684F98A6CC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FB2AF901-DD18-8D70-78F2-D0B359066413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E60DBE-464A-94D8-4D43-8DF77CDDFD0F}"/>
              </a:ext>
            </a:extLst>
          </p:cNvPr>
          <p:cNvSpPr txBox="1"/>
          <p:nvPr/>
        </p:nvSpPr>
        <p:spPr>
          <a:xfrm>
            <a:off x="1251392" y="1128344"/>
            <a:ext cx="271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altLang="zh-CN" sz="2800" dirty="0">
                <a:effectLst/>
              </a:rPr>
              <a:t>2.SHAP</a:t>
            </a:r>
            <a:r>
              <a:rPr lang="zh-CN" altLang="en-US" sz="2800" dirty="0">
                <a:effectLst/>
              </a:rPr>
              <a:t>方法：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746D9B5-4FCC-FB21-07AB-BBB3D5023E0C}"/>
              </a:ext>
            </a:extLst>
          </p:cNvPr>
          <p:cNvSpPr/>
          <p:nvPr/>
        </p:nvSpPr>
        <p:spPr>
          <a:xfrm>
            <a:off x="1441419" y="1726008"/>
            <a:ext cx="8928992" cy="44983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5B063C-92C5-B32C-02E4-4B521E94B517}"/>
              </a:ext>
            </a:extLst>
          </p:cNvPr>
          <p:cNvSpPr txBox="1"/>
          <p:nvPr/>
        </p:nvSpPr>
        <p:spPr>
          <a:xfrm>
            <a:off x="1821589" y="1897685"/>
            <a:ext cx="7848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</a:rPr>
              <a:t>SHAP</a:t>
            </a:r>
            <a:r>
              <a:rPr lang="zh-CN" altLang="zh-CN" sz="2400" dirty="0">
                <a:solidFill>
                  <a:schemeClr val="bg1"/>
                </a:solidFill>
              </a:rPr>
              <a:t>（</a:t>
            </a:r>
            <a:r>
              <a:rPr lang="zh-CN" altLang="zh-CN" sz="2400" b="1" dirty="0">
                <a:solidFill>
                  <a:schemeClr val="bg1"/>
                </a:solidFill>
              </a:rPr>
              <a:t>SHapley Additive exPlanations</a:t>
            </a:r>
            <a:r>
              <a:rPr lang="zh-CN" altLang="zh-CN" sz="2400" dirty="0">
                <a:solidFill>
                  <a:schemeClr val="bg1"/>
                </a:solidFill>
              </a:rPr>
              <a:t>）是 2017 年提出的基于博弈论 </a:t>
            </a:r>
            <a:r>
              <a:rPr lang="zh-CN" altLang="zh-CN" sz="2400" b="1" dirty="0">
                <a:solidFill>
                  <a:schemeClr val="bg1"/>
                </a:solidFill>
              </a:rPr>
              <a:t>Shapley </a:t>
            </a:r>
            <a:r>
              <a:rPr lang="zh-CN" altLang="zh-CN" sz="2400" dirty="0">
                <a:solidFill>
                  <a:schemeClr val="bg1"/>
                </a:solidFill>
              </a:rPr>
              <a:t>值的模型可解释性框架，是目前唯一理论完备的模型解释方法。它通过计算每个特征对单个预测结果的边际贡献，量化特征对最终输出的正负影响，满足一致性、对称性等公理，解决了传统解释方法结果不稳定、缺乏理论支撑的问题。</a:t>
            </a:r>
          </a:p>
          <a:p>
            <a:r>
              <a:rPr lang="zh-CN" altLang="zh-CN" sz="2400" b="1" dirty="0">
                <a:solidFill>
                  <a:schemeClr val="bg1"/>
                </a:solidFill>
              </a:rPr>
              <a:t>SHAP</a:t>
            </a:r>
            <a:r>
              <a:rPr lang="zh-CN" altLang="zh-CN" sz="2400" dirty="0">
                <a:solidFill>
                  <a:schemeClr val="bg1"/>
                </a:solidFill>
              </a:rPr>
              <a:t> 统一了</a:t>
            </a:r>
            <a:r>
              <a:rPr lang="zh-CN" altLang="zh-CN" sz="2400" b="1" dirty="0">
                <a:solidFill>
                  <a:schemeClr val="bg1"/>
                </a:solidFill>
              </a:rPr>
              <a:t> LIME</a:t>
            </a:r>
            <a:r>
              <a:rPr lang="zh-CN" altLang="zh-CN" sz="2400" dirty="0">
                <a:solidFill>
                  <a:schemeClr val="bg1"/>
                </a:solidFill>
              </a:rPr>
              <a:t>、树模型特征重要性等多种解释范式，既能提供局部解释（说明单个样本的预测依据），也能生成全局解释（展示整体特征影响力），支持几乎所有机器学习模型，广泛应用于医疗诊断、金融风控等需要可解释性的高风险领域。</a:t>
            </a:r>
          </a:p>
        </p:txBody>
      </p:sp>
    </p:spTree>
    <p:extLst>
      <p:ext uri="{BB962C8B-B14F-4D97-AF65-F5344CB8AC3E}">
        <p14:creationId xmlns:p14="http://schemas.microsoft.com/office/powerpoint/2010/main" val="3256916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1FAD-6509-C2BC-BF2A-DE7170671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1E22F61B-4372-A764-E068-758A35092E82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80B5F4C7-E307-703C-77F2-AC3A55DA26BD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29F945-5EDC-00CC-D873-7FD52F0CA100}"/>
              </a:ext>
            </a:extLst>
          </p:cNvPr>
          <p:cNvSpPr txBox="1"/>
          <p:nvPr/>
        </p:nvSpPr>
        <p:spPr>
          <a:xfrm>
            <a:off x="1251392" y="1128344"/>
            <a:ext cx="340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altLang="zh-CN" sz="2800" dirty="0">
                <a:effectLst/>
              </a:rPr>
              <a:t>SHAP</a:t>
            </a:r>
            <a:r>
              <a:rPr lang="zh-CN" altLang="en-US" sz="2800" dirty="0">
                <a:effectLst/>
              </a:rPr>
              <a:t>方法详解：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772B5C-9972-B974-5684-998CD4D1E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1844824"/>
            <a:ext cx="6768752" cy="449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65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7F7D4-F82F-2D90-68A5-B281D1EF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8D0EE1C8-8C55-7842-463D-990DC516A016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B325D19-2E6C-2A41-4815-D0C32219045D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5FE568-58A6-6BC2-F9BF-4E52C9F87E96}"/>
              </a:ext>
            </a:extLst>
          </p:cNvPr>
          <p:cNvSpPr txBox="1"/>
          <p:nvPr/>
        </p:nvSpPr>
        <p:spPr>
          <a:xfrm>
            <a:off x="4845610" y="1159251"/>
            <a:ext cx="2500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zh-CN" altLang="en-US" sz="2800" dirty="0">
                <a:effectLst/>
              </a:rPr>
              <a:t>论文粗读三篇：</a:t>
            </a:r>
          </a:p>
        </p:txBody>
      </p:sp>
      <p:sp>
        <p:nvSpPr>
          <p:cNvPr id="2" name="Shape 2022">
            <a:extLst>
              <a:ext uri="{FF2B5EF4-FFF2-40B4-BE49-F238E27FC236}">
                <a16:creationId xmlns:a16="http://schemas.microsoft.com/office/drawing/2014/main" id="{57D1CC2D-77D8-2736-D402-372BBCD69754}"/>
              </a:ext>
            </a:extLst>
          </p:cNvPr>
          <p:cNvSpPr/>
          <p:nvPr/>
        </p:nvSpPr>
        <p:spPr>
          <a:xfrm flipV="1">
            <a:off x="7803620" y="2356482"/>
            <a:ext cx="1786228" cy="10860"/>
          </a:xfrm>
          <a:prstGeom prst="line">
            <a:avLst/>
          </a:prstGeom>
          <a:noFill/>
          <a:ln w="12700" cap="flat" cmpd="sng">
            <a:solidFill>
              <a:schemeClr val="bg1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 sz="3200"/>
            </a:pPr>
            <a:endParaRPr sz="4265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5A63F3-F3FE-5449-BA8B-2AA363A0A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951" y="4077072"/>
            <a:ext cx="7948096" cy="8955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CDD837B-C101-572D-D364-F55A2B3C4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097" y="2929410"/>
            <a:ext cx="7661803" cy="8955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DFFA738-DAC5-DD67-F608-2FDC5BAEE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309" y="1723883"/>
            <a:ext cx="8473381" cy="89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7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3CE3-8B01-757C-3ADA-4A811183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86043FC9-7406-6438-BD1A-E5C29DB3C6B2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2EA93045-349F-3FAB-6DFA-A90BB173920A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AA9B1E-21C1-7387-095C-20B1B287D194}"/>
              </a:ext>
            </a:extLst>
          </p:cNvPr>
          <p:cNvSpPr txBox="1"/>
          <p:nvPr/>
        </p:nvSpPr>
        <p:spPr>
          <a:xfrm>
            <a:off x="1251392" y="1128344"/>
            <a:ext cx="271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altLang="zh-CN" sz="2800" dirty="0">
                <a:effectLst/>
              </a:rPr>
              <a:t>1.SMOTE</a:t>
            </a:r>
            <a:r>
              <a:rPr lang="zh-CN" altLang="en-US" sz="2800" dirty="0">
                <a:effectLst/>
              </a:rPr>
              <a:t>：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75EB428-5DB9-9709-90EE-26D8F2EC6855}"/>
              </a:ext>
            </a:extLst>
          </p:cNvPr>
          <p:cNvSpPr/>
          <p:nvPr/>
        </p:nvSpPr>
        <p:spPr>
          <a:xfrm>
            <a:off x="1441419" y="1726008"/>
            <a:ext cx="8928992" cy="44983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BF87B8-44A4-2F25-4EE4-2CCE4931E650}"/>
              </a:ext>
            </a:extLst>
          </p:cNvPr>
          <p:cNvSpPr txBox="1"/>
          <p:nvPr/>
        </p:nvSpPr>
        <p:spPr>
          <a:xfrm>
            <a:off x="1821589" y="1897685"/>
            <a:ext cx="7848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</a:rPr>
              <a:t>SMOTE</a:t>
            </a:r>
            <a:r>
              <a:rPr lang="zh-CN" altLang="zh-CN" sz="2400" dirty="0">
                <a:solidFill>
                  <a:schemeClr val="bg1"/>
                </a:solidFill>
              </a:rPr>
              <a:t>（合成少数类过采样技术）是解决分类任务中类别不平衡问题的经典算法，由 </a:t>
            </a:r>
            <a:r>
              <a:rPr lang="zh-CN" altLang="zh-CN" sz="2400" b="1" dirty="0">
                <a:solidFill>
                  <a:schemeClr val="bg1"/>
                </a:solidFill>
              </a:rPr>
              <a:t>Chawla </a:t>
            </a:r>
            <a:r>
              <a:rPr lang="zh-CN" altLang="zh-CN" sz="2400" dirty="0">
                <a:solidFill>
                  <a:schemeClr val="bg1"/>
                </a:solidFill>
              </a:rPr>
              <a:t>等人于 </a:t>
            </a:r>
            <a:r>
              <a:rPr lang="zh-CN" altLang="zh-CN" sz="2400" b="1" dirty="0">
                <a:solidFill>
                  <a:schemeClr val="bg1"/>
                </a:solidFill>
              </a:rPr>
              <a:t>2002</a:t>
            </a:r>
            <a:r>
              <a:rPr lang="zh-CN" altLang="zh-CN" sz="2400" dirty="0">
                <a:solidFill>
                  <a:schemeClr val="bg1"/>
                </a:solidFill>
              </a:rPr>
              <a:t> 年提出。它突破了传统随机过采样简单复制样本易导致过拟合的缺陷，核心思想是通过插值生成人工少数类样本。</a:t>
            </a:r>
          </a:p>
          <a:p>
            <a:r>
              <a:rPr lang="zh-CN" altLang="zh-CN" sz="2400" dirty="0">
                <a:solidFill>
                  <a:schemeClr val="bg1"/>
                </a:solidFill>
              </a:rPr>
              <a:t>其基本流程为：对每个少数类样本，计算其</a:t>
            </a:r>
            <a:r>
              <a:rPr lang="zh-CN" altLang="zh-CN" sz="2400" b="1" dirty="0">
                <a:solidFill>
                  <a:schemeClr val="bg1"/>
                </a:solidFill>
              </a:rPr>
              <a:t> k </a:t>
            </a:r>
            <a:r>
              <a:rPr lang="zh-CN" altLang="zh-CN" sz="2400" dirty="0">
                <a:solidFill>
                  <a:schemeClr val="bg1"/>
                </a:solidFill>
              </a:rPr>
              <a:t>个最近邻（通常 </a:t>
            </a:r>
            <a:r>
              <a:rPr lang="zh-CN" altLang="zh-CN" sz="2400" b="1" dirty="0">
                <a:solidFill>
                  <a:schemeClr val="bg1"/>
                </a:solidFill>
              </a:rPr>
              <a:t>k=5</a:t>
            </a:r>
            <a:r>
              <a:rPr lang="zh-CN" altLang="zh-CN" sz="2400" dirty="0">
                <a:solidFill>
                  <a:schemeClr val="bg1"/>
                </a:solidFill>
              </a:rPr>
              <a:t>）；随机选取一个近邻，在该样本与近邻的特征空间连线上随机取一点，生成新的合成样本；重复操作直至少数类与多数类样本达到预设比例。</a:t>
            </a:r>
          </a:p>
          <a:p>
            <a:r>
              <a:rPr lang="zh-CN" altLang="zh-CN" sz="2400" b="1" dirty="0">
                <a:solidFill>
                  <a:schemeClr val="bg1"/>
                </a:solidFill>
              </a:rPr>
              <a:t>SMOTE</a:t>
            </a:r>
            <a:r>
              <a:rPr lang="zh-CN" altLang="zh-CN" sz="2400" dirty="0">
                <a:solidFill>
                  <a:schemeClr val="bg1"/>
                </a:solidFill>
              </a:rPr>
              <a:t> 能有效提升少数类识别精度，但可能生成类别重叠样本，对高维数据和极端不平衡场景适应性有限，广泛应用于欺诈检测、医疗诊断等领域。</a:t>
            </a:r>
          </a:p>
        </p:txBody>
      </p:sp>
    </p:spTree>
    <p:extLst>
      <p:ext uri="{BB962C8B-B14F-4D97-AF65-F5344CB8AC3E}">
        <p14:creationId xmlns:p14="http://schemas.microsoft.com/office/powerpoint/2010/main" val="393767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CB42-41EB-5C41-6635-D0349227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7C17A593-8E8E-5717-CCD4-D030D5929157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A58543-D270-F6A4-82B9-A712C5FFB388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76C942-683C-C1CF-5807-17763E193DC9}"/>
              </a:ext>
            </a:extLst>
          </p:cNvPr>
          <p:cNvSpPr txBox="1"/>
          <p:nvPr/>
        </p:nvSpPr>
        <p:spPr>
          <a:xfrm>
            <a:off x="1251392" y="1128344"/>
            <a:ext cx="271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altLang="zh-CN" sz="2800" dirty="0">
                <a:effectLst/>
              </a:rPr>
              <a:t>2.XGBoost</a:t>
            </a:r>
            <a:r>
              <a:rPr lang="zh-CN" altLang="en-US" sz="2800" dirty="0">
                <a:effectLst/>
              </a:rPr>
              <a:t>：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AC616D-FBBE-6DE1-8E18-5A95B89C3B80}"/>
              </a:ext>
            </a:extLst>
          </p:cNvPr>
          <p:cNvSpPr/>
          <p:nvPr/>
        </p:nvSpPr>
        <p:spPr>
          <a:xfrm>
            <a:off x="1441419" y="1726008"/>
            <a:ext cx="8928992" cy="44983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5D9C78-903B-B0C7-978B-E3DB428438B9}"/>
              </a:ext>
            </a:extLst>
          </p:cNvPr>
          <p:cNvSpPr txBox="1"/>
          <p:nvPr/>
        </p:nvSpPr>
        <p:spPr>
          <a:xfrm>
            <a:off x="1821589" y="1897685"/>
            <a:ext cx="78488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</a:rPr>
              <a:t>XGBoost</a:t>
            </a:r>
            <a:r>
              <a:rPr lang="zh-CN" altLang="zh-CN" sz="2400" dirty="0">
                <a:solidFill>
                  <a:schemeClr val="bg1"/>
                </a:solidFill>
              </a:rPr>
              <a:t>（</a:t>
            </a:r>
            <a:r>
              <a:rPr lang="zh-CN" altLang="zh-CN" sz="2400" b="1" dirty="0">
                <a:solidFill>
                  <a:schemeClr val="bg1"/>
                </a:solidFill>
              </a:rPr>
              <a:t>Extreme Gradient Boosting</a:t>
            </a:r>
            <a:r>
              <a:rPr lang="zh-CN" altLang="zh-CN" sz="2400" dirty="0">
                <a:solidFill>
                  <a:schemeClr val="bg1"/>
                </a:solidFill>
              </a:rPr>
              <a:t>）是陈天奇 </a:t>
            </a:r>
            <a:r>
              <a:rPr lang="zh-CN" altLang="zh-CN" sz="2400" b="1" dirty="0">
                <a:solidFill>
                  <a:schemeClr val="bg1"/>
                </a:solidFill>
              </a:rPr>
              <a:t>2016</a:t>
            </a:r>
            <a:r>
              <a:rPr lang="zh-CN" altLang="zh-CN" sz="2400" dirty="0">
                <a:solidFill>
                  <a:schemeClr val="bg1"/>
                </a:solidFill>
              </a:rPr>
              <a:t> 年提出的极端梯度提升树算法，是传统 </a:t>
            </a:r>
            <a:r>
              <a:rPr lang="zh-CN" altLang="zh-CN" sz="2400" b="1" dirty="0">
                <a:solidFill>
                  <a:schemeClr val="bg1"/>
                </a:solidFill>
              </a:rPr>
              <a:t>GBDT</a:t>
            </a:r>
            <a:r>
              <a:rPr lang="zh-CN" altLang="zh-CN" sz="2400" dirty="0">
                <a:solidFill>
                  <a:schemeClr val="bg1"/>
                </a:solidFill>
              </a:rPr>
              <a:t> 的里程碑式改进。它将损失函数展开至二阶泰勒级数，提升了优化精度；引入 </a:t>
            </a:r>
            <a:r>
              <a:rPr lang="zh-CN" altLang="zh-CN" sz="2400" b="1" dirty="0">
                <a:solidFill>
                  <a:schemeClr val="bg1"/>
                </a:solidFill>
              </a:rPr>
              <a:t>L1/L2 </a:t>
            </a:r>
            <a:r>
              <a:rPr lang="zh-CN" altLang="zh-CN" sz="2400" dirty="0">
                <a:solidFill>
                  <a:schemeClr val="bg1"/>
                </a:solidFill>
              </a:rPr>
              <a:t>正则化项与列采样、行采样策略，有效抑制过拟合；采用预排序算法高效寻找最优分裂点，并内置缺失值自动处理机制。</a:t>
            </a:r>
          </a:p>
          <a:p>
            <a:r>
              <a:rPr lang="zh-CN" altLang="zh-CN" sz="2400" dirty="0">
                <a:solidFill>
                  <a:schemeClr val="bg1"/>
                </a:solidFill>
              </a:rPr>
              <a:t>其支持特征粒度的并行计算，训练效率远超传统 </a:t>
            </a:r>
            <a:r>
              <a:rPr lang="zh-CN" altLang="zh-CN" sz="2400" b="1" dirty="0">
                <a:solidFill>
                  <a:schemeClr val="bg1"/>
                </a:solidFill>
              </a:rPr>
              <a:t>GBDT</a:t>
            </a:r>
            <a:r>
              <a:rPr lang="zh-CN" altLang="zh-CN" sz="2400" dirty="0">
                <a:solidFill>
                  <a:schemeClr val="bg1"/>
                </a:solidFill>
              </a:rPr>
              <a:t>，凭借稳定优异的性能成为</a:t>
            </a:r>
            <a:r>
              <a:rPr lang="zh-CN" altLang="zh-CN" sz="2400" b="1" dirty="0">
                <a:solidFill>
                  <a:schemeClr val="bg1"/>
                </a:solidFill>
              </a:rPr>
              <a:t> Kaggle </a:t>
            </a:r>
            <a:r>
              <a:rPr lang="zh-CN" altLang="zh-CN" sz="2400" dirty="0">
                <a:solidFill>
                  <a:schemeClr val="bg1"/>
                </a:solidFill>
              </a:rPr>
              <a:t>竞赛的 "标配算法"，广泛应用于金融风控、医疗诊断、推荐系统、广告点击率预测等工业与科研领域。</a:t>
            </a:r>
          </a:p>
        </p:txBody>
      </p:sp>
    </p:spTree>
    <p:extLst>
      <p:ext uri="{BB962C8B-B14F-4D97-AF65-F5344CB8AC3E}">
        <p14:creationId xmlns:p14="http://schemas.microsoft.com/office/powerpoint/2010/main" val="1787281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7EDE-2564-A157-6C73-287C0B3A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>
            <a:extLst>
              <a:ext uri="{FF2B5EF4-FFF2-40B4-BE49-F238E27FC236}">
                <a16:creationId xmlns:a16="http://schemas.microsoft.com/office/drawing/2014/main" id="{DF7E9502-BC48-F22B-6B08-9F9916350CF9}"/>
              </a:ext>
            </a:extLst>
          </p:cNvPr>
          <p:cNvSpPr/>
          <p:nvPr/>
        </p:nvSpPr>
        <p:spPr>
          <a:xfrm>
            <a:off x="1440934" y="633654"/>
            <a:ext cx="3744415" cy="52559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范围调研情况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7C7845A-F97E-0ADC-4929-A3D651D3B1F6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D04E0D-746B-2487-C4F2-6F95FDC62395}"/>
              </a:ext>
            </a:extLst>
          </p:cNvPr>
          <p:cNvSpPr txBox="1"/>
          <p:nvPr/>
        </p:nvSpPr>
        <p:spPr>
          <a:xfrm>
            <a:off x="1251392" y="1128344"/>
            <a:ext cx="271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2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altLang="zh-CN" sz="2800" dirty="0">
                <a:effectLst/>
              </a:rPr>
              <a:t>3.TabNet</a:t>
            </a:r>
            <a:r>
              <a:rPr lang="zh-CN" altLang="en-US" sz="2800" dirty="0">
                <a:effectLst/>
              </a:rPr>
              <a:t>：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2F424D1-5E7F-C19F-990F-59B2BF26B39A}"/>
              </a:ext>
            </a:extLst>
          </p:cNvPr>
          <p:cNvSpPr/>
          <p:nvPr/>
        </p:nvSpPr>
        <p:spPr>
          <a:xfrm>
            <a:off x="1441419" y="1726008"/>
            <a:ext cx="8928992" cy="44983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19BCFA-A20E-7C6C-7A3B-E2567F390941}"/>
              </a:ext>
            </a:extLst>
          </p:cNvPr>
          <p:cNvSpPr txBox="1"/>
          <p:nvPr/>
        </p:nvSpPr>
        <p:spPr>
          <a:xfrm>
            <a:off x="1827651" y="1747939"/>
            <a:ext cx="78488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</a:rPr>
              <a:t>TabNe</a:t>
            </a:r>
            <a:r>
              <a:rPr lang="zh-CN" altLang="zh-CN" sz="2400" dirty="0">
                <a:solidFill>
                  <a:schemeClr val="bg1"/>
                </a:solidFill>
              </a:rPr>
              <a:t>t是谷歌 </a:t>
            </a:r>
            <a:r>
              <a:rPr lang="zh-CN" altLang="zh-CN" sz="2400" b="1" dirty="0">
                <a:solidFill>
                  <a:schemeClr val="bg1"/>
                </a:solidFill>
              </a:rPr>
              <a:t>2019</a:t>
            </a:r>
            <a:r>
              <a:rPr lang="zh-CN" altLang="zh-CN" sz="2400" dirty="0">
                <a:solidFill>
                  <a:schemeClr val="bg1"/>
                </a:solidFill>
              </a:rPr>
              <a:t> 年提出的首个专为表格数据设计的可解释深度学习架构，填补了传统</a:t>
            </a:r>
            <a:r>
              <a:rPr lang="zh-CN" altLang="zh-CN" sz="2400" b="1" dirty="0">
                <a:solidFill>
                  <a:schemeClr val="bg1"/>
                </a:solidFill>
              </a:rPr>
              <a:t> DNN </a:t>
            </a:r>
            <a:r>
              <a:rPr lang="zh-CN" altLang="zh-CN" sz="2400" dirty="0">
                <a:solidFill>
                  <a:schemeClr val="bg1"/>
                </a:solidFill>
              </a:rPr>
              <a:t>在结构化数据领域的短板。其核心创新是序列注意力驱动的多步决策机制：由多个决策步骤串联，每步通过注意力变换器生成稀疏特征掩码，动态选择当前样本最相关的特征子集进行推理，最终聚合各步输出得到预测结果。</a:t>
            </a:r>
          </a:p>
          <a:p>
            <a:r>
              <a:rPr lang="zh-CN" altLang="zh-CN" sz="2400" dirty="0">
                <a:solidFill>
                  <a:schemeClr val="bg1"/>
                </a:solidFill>
              </a:rPr>
              <a:t>该模型拥有原生可解释性，无需事后方法即可输出实例级和全局特征重要性；支持自监督预训练，能有效利用海量无标注数据提升性能。在多个基准数据集上，其表现接近或超越 </a:t>
            </a:r>
            <a:r>
              <a:rPr lang="zh-CN" altLang="zh-CN" sz="2400" b="1" dirty="0">
                <a:solidFill>
                  <a:schemeClr val="bg1"/>
                </a:solidFill>
              </a:rPr>
              <a:t>XGBoost/LightGBM</a:t>
            </a:r>
            <a:r>
              <a:rPr lang="zh-CN" altLang="zh-CN" sz="2400" dirty="0">
                <a:solidFill>
                  <a:schemeClr val="bg1"/>
                </a:solidFill>
              </a:rPr>
              <a:t>，同时保留深度学习的端到端训练与迁移学习优势，广泛应用于金融风控、医疗诊断等高要求场景。</a:t>
            </a:r>
          </a:p>
          <a:p>
            <a:endParaRPr lang="zh-CN" altLang="zh-C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46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占位符 24"/>
          <p:cNvSpPr txBox="1"/>
          <p:nvPr/>
        </p:nvSpPr>
        <p:spPr>
          <a:xfrm>
            <a:off x="2541180" y="3109380"/>
            <a:ext cx="7109639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60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5400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任务准备以及工作设想</a:t>
            </a:r>
          </a:p>
        </p:txBody>
      </p:sp>
      <p:sp>
        <p:nvSpPr>
          <p:cNvPr id="6" name="Freeform 5"/>
          <p:cNvSpPr/>
          <p:nvPr/>
        </p:nvSpPr>
        <p:spPr bwMode="auto">
          <a:xfrm>
            <a:off x="5471005" y="1868359"/>
            <a:ext cx="1249989" cy="112700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48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1343472" y="629233"/>
            <a:ext cx="4497560" cy="5255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任务准备以及工作设想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Freeform 5"/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C2DFA8-FDC0-922F-F98D-BF19008BB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297043"/>
              </p:ext>
            </p:extLst>
          </p:nvPr>
        </p:nvGraphicFramePr>
        <p:xfrm>
          <a:off x="767407" y="2060848"/>
          <a:ext cx="10657185" cy="3356515"/>
        </p:xfrm>
        <a:graphic>
          <a:graphicData uri="http://schemas.openxmlformats.org/drawingml/2006/table">
            <a:tbl>
              <a:tblPr>
                <a:effectLst>
                  <a:outerShdw dir="4920000" algn="ctr" rotWithShape="0">
                    <a:schemeClr val="tx1">
                      <a:lumMod val="95000"/>
                      <a:lumOff val="5000"/>
                    </a:schemeClr>
                  </a:outerShdw>
                </a:effectLst>
              </a:tblPr>
              <a:tblGrid>
                <a:gridCol w="2131437">
                  <a:extLst>
                    <a:ext uri="{9D8B030D-6E8A-4147-A177-3AD203B41FA5}">
                      <a16:colId xmlns:a16="http://schemas.microsoft.com/office/drawing/2014/main" val="3095814762"/>
                    </a:ext>
                  </a:extLst>
                </a:gridCol>
                <a:gridCol w="2131437">
                  <a:extLst>
                    <a:ext uri="{9D8B030D-6E8A-4147-A177-3AD203B41FA5}">
                      <a16:colId xmlns:a16="http://schemas.microsoft.com/office/drawing/2014/main" val="2441399734"/>
                    </a:ext>
                  </a:extLst>
                </a:gridCol>
                <a:gridCol w="2131437">
                  <a:extLst>
                    <a:ext uri="{9D8B030D-6E8A-4147-A177-3AD203B41FA5}">
                      <a16:colId xmlns:a16="http://schemas.microsoft.com/office/drawing/2014/main" val="2567859546"/>
                    </a:ext>
                  </a:extLst>
                </a:gridCol>
                <a:gridCol w="2131437">
                  <a:extLst>
                    <a:ext uri="{9D8B030D-6E8A-4147-A177-3AD203B41FA5}">
                      <a16:colId xmlns:a16="http://schemas.microsoft.com/office/drawing/2014/main" val="2797212937"/>
                    </a:ext>
                  </a:extLst>
                </a:gridCol>
                <a:gridCol w="2131437">
                  <a:extLst>
                    <a:ext uri="{9D8B030D-6E8A-4147-A177-3AD203B41FA5}">
                      <a16:colId xmlns:a16="http://schemas.microsoft.com/office/drawing/2014/main" val="2734559619"/>
                    </a:ext>
                  </a:extLst>
                </a:gridCol>
              </a:tblGrid>
              <a:tr h="574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数据集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规模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违约率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特点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用途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881408"/>
                  </a:ext>
                </a:extLst>
              </a:tr>
              <a:tr h="1367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 Home Credit Default Risk (Kaggle)</a:t>
                      </a:r>
                    </a:p>
                    <a:p>
                      <a:pPr algn="ctr">
                        <a:buNone/>
                      </a:pPr>
                      <a:endParaRPr lang="en-US" sz="2000" b="1" dirty="0">
                        <a:effectLst/>
                      </a:endParaRP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30</a:t>
                      </a:r>
                      <a:r>
                        <a:rPr lang="en-US" altLang="zh-CN" sz="2000" dirty="0">
                          <a:effectLst/>
                        </a:rPr>
                        <a:t> </a:t>
                      </a:r>
                      <a:r>
                        <a:rPr lang="zh-CN" altLang="en-US" sz="2000" dirty="0">
                          <a:effectLst/>
                        </a:rPr>
                        <a:t>万样本，</a:t>
                      </a:r>
                      <a:r>
                        <a:rPr lang="en-US" altLang="zh-CN" sz="2000" b="1" dirty="0">
                          <a:effectLst/>
                        </a:rPr>
                        <a:t>120 + </a:t>
                      </a:r>
                      <a:r>
                        <a:rPr lang="zh-CN" altLang="en-US" sz="2000" dirty="0">
                          <a:effectLst/>
                        </a:rPr>
                        <a:t>特征</a:t>
                      </a:r>
                    </a:p>
                    <a:p>
                      <a:pPr algn="l">
                        <a:buNone/>
                      </a:pPr>
                      <a:endParaRPr lang="zh-CN" altLang="en-US" sz="2000" dirty="0">
                        <a:effectLst/>
                      </a:endParaRP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8.07%</a:t>
                      </a:r>
                    </a:p>
                    <a:p>
                      <a:pPr algn="ctr">
                        <a:buNone/>
                      </a:pPr>
                      <a:endParaRPr lang="en-US" altLang="zh-CN" sz="2000" b="1" dirty="0">
                        <a:effectLst/>
                      </a:endParaRP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effectLst/>
                        </a:rPr>
                        <a:t>真实</a:t>
                      </a:r>
                      <a:r>
                        <a:rPr lang="zh-CN" altLang="en-US" sz="2000" dirty="0">
                          <a:effectLst/>
                        </a:rPr>
                        <a:t>金融场景，字段丰富，严重不平衡</a:t>
                      </a:r>
                    </a:p>
                    <a:p>
                      <a:pPr algn="ctr">
                        <a:buNone/>
                      </a:pPr>
                      <a:endParaRPr lang="zh-CN" altLang="en-US" sz="2000" dirty="0">
                        <a:effectLst/>
                      </a:endParaRP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effectLst/>
                        </a:rPr>
                        <a:t>主实验数据集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80572"/>
                  </a:ext>
                </a:extLst>
              </a:tr>
              <a:tr h="14153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effectLst/>
                        </a:rPr>
                        <a:t>Taiwan Credit Card Default (UCI)</a:t>
                      </a:r>
                      <a:endParaRPr lang="en-US" sz="2000" b="1" dirty="0">
                        <a:effectLst/>
                      </a:endParaRP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 dirty="0">
                          <a:effectLst/>
                        </a:rPr>
                        <a:t>3</a:t>
                      </a:r>
                      <a:r>
                        <a:rPr lang="en-US" altLang="zh-CN" sz="2000" dirty="0">
                          <a:effectLst/>
                        </a:rPr>
                        <a:t> </a:t>
                      </a:r>
                      <a:r>
                        <a:rPr lang="zh-CN" altLang="en-US" sz="2000" dirty="0">
                          <a:effectLst/>
                        </a:rPr>
                        <a:t>万样本，</a:t>
                      </a:r>
                      <a:r>
                        <a:rPr lang="en-US" altLang="zh-CN" sz="2000" b="1" dirty="0">
                          <a:effectLst/>
                        </a:rPr>
                        <a:t>23</a:t>
                      </a:r>
                      <a:r>
                        <a:rPr lang="en-US" altLang="zh-CN" sz="2000" dirty="0">
                          <a:effectLst/>
                        </a:rPr>
                        <a:t> </a:t>
                      </a:r>
                      <a:r>
                        <a:rPr lang="zh-CN" altLang="en-US" sz="2000" dirty="0">
                          <a:effectLst/>
                        </a:rPr>
                        <a:t>特征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effectLst/>
                        </a:rPr>
                        <a:t>22.12%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effectLst/>
                        </a:rPr>
                        <a:t>小而精，数据质量高，论文引用率高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effectLst/>
                        </a:rPr>
                        <a:t>可扩展性验证</a:t>
                      </a:r>
                    </a:p>
                  </a:txBody>
                  <a:tcPr marL="13186" marR="13186" marT="13186" marB="1318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482077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CFE9A09-B8C4-FB1A-406D-409090855DD4}"/>
              </a:ext>
            </a:extLst>
          </p:cNvPr>
          <p:cNvSpPr txBox="1"/>
          <p:nvPr/>
        </p:nvSpPr>
        <p:spPr>
          <a:xfrm>
            <a:off x="744821" y="1355164"/>
            <a:ext cx="377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数据集选择：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线连接符 154"/>
          <p:cNvCxnSpPr/>
          <p:nvPr/>
        </p:nvCxnSpPr>
        <p:spPr>
          <a:xfrm flipH="1" flipV="1">
            <a:off x="1672474" y="3085360"/>
            <a:ext cx="2669" cy="652527"/>
          </a:xfrm>
          <a:prstGeom prst="line">
            <a:avLst/>
          </a:prstGeom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414018" y="622333"/>
            <a:ext cx="4968551" cy="5255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+mj-ea"/>
                <a:ea typeface="+mj-ea"/>
              </a:rPr>
              <a:t>        </a:t>
            </a:r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任务准备以及工作设想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9" name="Freeform 5"/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0" name="直线连接符 4"/>
          <p:cNvCxnSpPr/>
          <p:nvPr/>
        </p:nvCxnSpPr>
        <p:spPr>
          <a:xfrm>
            <a:off x="1667125" y="3835230"/>
            <a:ext cx="8857750" cy="0"/>
          </a:xfrm>
          <a:prstGeom prst="line">
            <a:avLst/>
          </a:prstGeom>
          <a:ln w="254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573185" y="3737887"/>
            <a:ext cx="194686" cy="1946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23" name="六边形 22"/>
          <p:cNvSpPr/>
          <p:nvPr/>
        </p:nvSpPr>
        <p:spPr>
          <a:xfrm rot="1800000">
            <a:off x="981974" y="2013599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/>
          <p:cNvSpPr/>
          <p:nvPr/>
        </p:nvSpPr>
        <p:spPr>
          <a:xfrm rot="10800000">
            <a:off x="3790967" y="3737887"/>
            <a:ext cx="194686" cy="19468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29" name="直线连接符 128"/>
          <p:cNvCxnSpPr/>
          <p:nvPr/>
        </p:nvCxnSpPr>
        <p:spPr>
          <a:xfrm rot="10800000" flipH="1" flipV="1">
            <a:off x="3886975" y="3932573"/>
            <a:ext cx="2669" cy="652527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六边形 33"/>
          <p:cNvSpPr/>
          <p:nvPr/>
        </p:nvSpPr>
        <p:spPr>
          <a:xfrm rot="12600000">
            <a:off x="3199756" y="4501714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5997496" y="3737887"/>
            <a:ext cx="194686" cy="1946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43" name="直线连接符 154"/>
          <p:cNvCxnSpPr/>
          <p:nvPr/>
        </p:nvCxnSpPr>
        <p:spPr>
          <a:xfrm flipH="1" flipV="1">
            <a:off x="6093505" y="3085360"/>
            <a:ext cx="2669" cy="652527"/>
          </a:xfrm>
          <a:prstGeom prst="line">
            <a:avLst/>
          </a:prstGeom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六边形 43"/>
          <p:cNvSpPr/>
          <p:nvPr/>
        </p:nvSpPr>
        <p:spPr>
          <a:xfrm rot="1800000">
            <a:off x="5406285" y="2013599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椭圆 44"/>
          <p:cNvSpPr/>
          <p:nvPr/>
        </p:nvSpPr>
        <p:spPr>
          <a:xfrm rot="10800000">
            <a:off x="8193574" y="3737887"/>
            <a:ext cx="194686" cy="19468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47" name="直线连接符 168"/>
          <p:cNvCxnSpPr/>
          <p:nvPr/>
        </p:nvCxnSpPr>
        <p:spPr>
          <a:xfrm rot="10800000" flipH="1" flipV="1">
            <a:off x="8289583" y="3932573"/>
            <a:ext cx="2669" cy="652527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六边形 47"/>
          <p:cNvSpPr/>
          <p:nvPr/>
        </p:nvSpPr>
        <p:spPr>
          <a:xfrm rot="12600000">
            <a:off x="7602364" y="4501714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0403889" y="3737887"/>
            <a:ext cx="194686" cy="1946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50" name="直线连接符 213"/>
          <p:cNvCxnSpPr/>
          <p:nvPr/>
        </p:nvCxnSpPr>
        <p:spPr>
          <a:xfrm flipH="1" flipV="1">
            <a:off x="10499898" y="3085360"/>
            <a:ext cx="2669" cy="652527"/>
          </a:xfrm>
          <a:prstGeom prst="line">
            <a:avLst/>
          </a:prstGeom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六边形 50"/>
          <p:cNvSpPr/>
          <p:nvPr/>
        </p:nvSpPr>
        <p:spPr>
          <a:xfrm rot="1800000">
            <a:off x="9812678" y="2013599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77041" y="419705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</a:rPr>
              <a:t>数据获取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247650" y="4197055"/>
            <a:ext cx="1655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2"/>
                </a:solidFill>
              </a:rPr>
              <a:t>EDA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zh-CN" altLang="en-US" sz="2800" dirty="0">
                <a:solidFill>
                  <a:schemeClr val="tx2"/>
                </a:solidFill>
              </a:rPr>
              <a:t>分析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479103" y="286912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</a:rPr>
              <a:t>特征工程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7" name="Freeform 65"/>
          <p:cNvSpPr/>
          <p:nvPr/>
        </p:nvSpPr>
        <p:spPr bwMode="auto">
          <a:xfrm>
            <a:off x="7972352" y="4897013"/>
            <a:ext cx="679066" cy="485873"/>
          </a:xfrm>
          <a:custGeom>
            <a:avLst/>
            <a:gdLst>
              <a:gd name="T0" fmla="*/ 763 w 3584"/>
              <a:gd name="T1" fmla="*/ 1686 h 2687"/>
              <a:gd name="T2" fmla="*/ 996 w 3584"/>
              <a:gd name="T3" fmla="*/ 1876 h 2687"/>
              <a:gd name="T4" fmla="*/ 1212 w 3584"/>
              <a:gd name="T5" fmla="*/ 2067 h 2687"/>
              <a:gd name="T6" fmla="*/ 1400 w 3584"/>
              <a:gd name="T7" fmla="*/ 2264 h 2687"/>
              <a:gd name="T8" fmla="*/ 1382 w 3584"/>
              <a:gd name="T9" fmla="*/ 2616 h 2687"/>
              <a:gd name="T10" fmla="*/ 1055 w 3584"/>
              <a:gd name="T11" fmla="*/ 2635 h 2687"/>
              <a:gd name="T12" fmla="*/ 1046 w 3584"/>
              <a:gd name="T13" fmla="*/ 2390 h 2687"/>
              <a:gd name="T14" fmla="*/ 793 w 3584"/>
              <a:gd name="T15" fmla="*/ 2341 h 2687"/>
              <a:gd name="T16" fmla="*/ 760 w 3584"/>
              <a:gd name="T17" fmla="*/ 2154 h 2687"/>
              <a:gd name="T18" fmla="*/ 545 w 3584"/>
              <a:gd name="T19" fmla="*/ 2046 h 2687"/>
              <a:gd name="T20" fmla="*/ 502 w 3584"/>
              <a:gd name="T21" fmla="*/ 1911 h 2687"/>
              <a:gd name="T22" fmla="*/ 310 w 3584"/>
              <a:gd name="T23" fmla="*/ 1726 h 2687"/>
              <a:gd name="T24" fmla="*/ 567 w 3584"/>
              <a:gd name="T25" fmla="*/ 1457 h 2687"/>
              <a:gd name="T26" fmla="*/ 1656 w 3584"/>
              <a:gd name="T27" fmla="*/ 132 h 2687"/>
              <a:gd name="T28" fmla="*/ 1503 w 3584"/>
              <a:gd name="T29" fmla="*/ 242 h 2687"/>
              <a:gd name="T30" fmla="*/ 1129 w 3584"/>
              <a:gd name="T31" fmla="*/ 490 h 2687"/>
              <a:gd name="T32" fmla="*/ 1133 w 3584"/>
              <a:gd name="T33" fmla="*/ 1009 h 2687"/>
              <a:gd name="T34" fmla="*/ 1524 w 3584"/>
              <a:gd name="T35" fmla="*/ 1080 h 2687"/>
              <a:gd name="T36" fmla="*/ 2026 w 3584"/>
              <a:gd name="T37" fmla="*/ 879 h 2687"/>
              <a:gd name="T38" fmla="*/ 2224 w 3584"/>
              <a:gd name="T39" fmla="*/ 1016 h 2687"/>
              <a:gd name="T40" fmla="*/ 2359 w 3584"/>
              <a:gd name="T41" fmla="*/ 1156 h 2687"/>
              <a:gd name="T42" fmla="*/ 2492 w 3584"/>
              <a:gd name="T43" fmla="*/ 1295 h 2687"/>
              <a:gd name="T44" fmla="*/ 2841 w 3584"/>
              <a:gd name="T45" fmla="*/ 1656 h 2687"/>
              <a:gd name="T46" fmla="*/ 2770 w 3584"/>
              <a:gd name="T47" fmla="*/ 1928 h 2687"/>
              <a:gd name="T48" fmla="*/ 2488 w 3584"/>
              <a:gd name="T49" fmla="*/ 1753 h 2687"/>
              <a:gd name="T50" fmla="*/ 2349 w 3584"/>
              <a:gd name="T51" fmla="*/ 1626 h 2687"/>
              <a:gd name="T52" fmla="*/ 2340 w 3584"/>
              <a:gd name="T53" fmla="*/ 1664 h 2687"/>
              <a:gd name="T54" fmla="*/ 2578 w 3584"/>
              <a:gd name="T55" fmla="*/ 1930 h 2687"/>
              <a:gd name="T56" fmla="*/ 2552 w 3584"/>
              <a:gd name="T57" fmla="*/ 2176 h 2687"/>
              <a:gd name="T58" fmla="*/ 2266 w 3584"/>
              <a:gd name="T59" fmla="*/ 2070 h 2687"/>
              <a:gd name="T60" fmla="*/ 2025 w 3584"/>
              <a:gd name="T61" fmla="*/ 1855 h 2687"/>
              <a:gd name="T62" fmla="*/ 2147 w 3584"/>
              <a:gd name="T63" fmla="*/ 2024 h 2687"/>
              <a:gd name="T64" fmla="*/ 2312 w 3584"/>
              <a:gd name="T65" fmla="*/ 2280 h 2687"/>
              <a:gd name="T66" fmla="*/ 2066 w 3584"/>
              <a:gd name="T67" fmla="*/ 2400 h 2687"/>
              <a:gd name="T68" fmla="*/ 1827 w 3584"/>
              <a:gd name="T69" fmla="*/ 2151 h 2687"/>
              <a:gd name="T70" fmla="*/ 1737 w 3584"/>
              <a:gd name="T71" fmla="*/ 2100 h 2687"/>
              <a:gd name="T72" fmla="*/ 1848 w 3584"/>
              <a:gd name="T73" fmla="*/ 2248 h 2687"/>
              <a:gd name="T74" fmla="*/ 1987 w 3584"/>
              <a:gd name="T75" fmla="*/ 2508 h 2687"/>
              <a:gd name="T76" fmla="*/ 1724 w 3584"/>
              <a:gd name="T77" fmla="*/ 2582 h 2687"/>
              <a:gd name="T78" fmla="*/ 1644 w 3584"/>
              <a:gd name="T79" fmla="*/ 2446 h 2687"/>
              <a:gd name="T80" fmla="*/ 1392 w 3584"/>
              <a:gd name="T81" fmla="*/ 2069 h 2687"/>
              <a:gd name="T82" fmla="*/ 1097 w 3584"/>
              <a:gd name="T83" fmla="*/ 1681 h 2687"/>
              <a:gd name="T84" fmla="*/ 734 w 3584"/>
              <a:gd name="T85" fmla="*/ 1321 h 2687"/>
              <a:gd name="T86" fmla="*/ 267 w 3584"/>
              <a:gd name="T87" fmla="*/ 1429 h 2687"/>
              <a:gd name="T88" fmla="*/ 11 w 3584"/>
              <a:gd name="T89" fmla="*/ 1498 h 2687"/>
              <a:gd name="T90" fmla="*/ 619 w 3584"/>
              <a:gd name="T91" fmla="*/ 351 h 2687"/>
              <a:gd name="T92" fmla="*/ 772 w 3584"/>
              <a:gd name="T93" fmla="*/ 263 h 2687"/>
              <a:gd name="T94" fmla="*/ 1188 w 3584"/>
              <a:gd name="T95" fmla="*/ 50 h 2687"/>
              <a:gd name="T96" fmla="*/ 2446 w 3584"/>
              <a:gd name="T97" fmla="*/ 56 h 2687"/>
              <a:gd name="T98" fmla="*/ 2825 w 3584"/>
              <a:gd name="T99" fmla="*/ 385 h 2687"/>
              <a:gd name="T100" fmla="*/ 2962 w 3584"/>
              <a:gd name="T101" fmla="*/ 458 h 2687"/>
              <a:gd name="T102" fmla="*/ 3316 w 3584"/>
              <a:gd name="T103" fmla="*/ 398 h 2687"/>
              <a:gd name="T104" fmla="*/ 3584 w 3584"/>
              <a:gd name="T105" fmla="*/ 1458 h 2687"/>
              <a:gd name="T106" fmla="*/ 3335 w 3584"/>
              <a:gd name="T107" fmla="*/ 1506 h 2687"/>
              <a:gd name="T108" fmla="*/ 3055 w 3584"/>
              <a:gd name="T109" fmla="*/ 1502 h 2687"/>
              <a:gd name="T110" fmla="*/ 2714 w 3584"/>
              <a:gd name="T111" fmla="*/ 1171 h 2687"/>
              <a:gd name="T112" fmla="*/ 2325 w 3584"/>
              <a:gd name="T113" fmla="*/ 772 h 2687"/>
              <a:gd name="T114" fmla="*/ 2197 w 3584"/>
              <a:gd name="T115" fmla="*/ 653 h 2687"/>
              <a:gd name="T116" fmla="*/ 1845 w 3584"/>
              <a:gd name="T117" fmla="*/ 733 h 2687"/>
              <a:gd name="T118" fmla="*/ 1414 w 3584"/>
              <a:gd name="T119" fmla="*/ 952 h 2687"/>
              <a:gd name="T120" fmla="*/ 1186 w 3584"/>
              <a:gd name="T121" fmla="*/ 674 h 2687"/>
              <a:gd name="T122" fmla="*/ 1604 w 3584"/>
              <a:gd name="T123" fmla="*/ 363 h 2687"/>
              <a:gd name="T124" fmla="*/ 2186 w 3584"/>
              <a:gd name="T125" fmla="*/ 28 h 2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84" h="2687">
                <a:moveTo>
                  <a:pt x="567" y="1457"/>
                </a:moveTo>
                <a:lnTo>
                  <a:pt x="600" y="1458"/>
                </a:lnTo>
                <a:lnTo>
                  <a:pt x="632" y="1466"/>
                </a:lnTo>
                <a:lnTo>
                  <a:pt x="661" y="1478"/>
                </a:lnTo>
                <a:lnTo>
                  <a:pt x="689" y="1495"/>
                </a:lnTo>
                <a:lnTo>
                  <a:pt x="715" y="1517"/>
                </a:lnTo>
                <a:lnTo>
                  <a:pt x="733" y="1541"/>
                </a:lnTo>
                <a:lnTo>
                  <a:pt x="747" y="1567"/>
                </a:lnTo>
                <a:lnTo>
                  <a:pt x="757" y="1596"/>
                </a:lnTo>
                <a:lnTo>
                  <a:pt x="764" y="1625"/>
                </a:lnTo>
                <a:lnTo>
                  <a:pt x="765" y="1656"/>
                </a:lnTo>
                <a:lnTo>
                  <a:pt x="763" y="1686"/>
                </a:lnTo>
                <a:lnTo>
                  <a:pt x="756" y="1717"/>
                </a:lnTo>
                <a:lnTo>
                  <a:pt x="785" y="1712"/>
                </a:lnTo>
                <a:lnTo>
                  <a:pt x="815" y="1710"/>
                </a:lnTo>
                <a:lnTo>
                  <a:pt x="844" y="1714"/>
                </a:lnTo>
                <a:lnTo>
                  <a:pt x="873" y="1720"/>
                </a:lnTo>
                <a:lnTo>
                  <a:pt x="899" y="1731"/>
                </a:lnTo>
                <a:lnTo>
                  <a:pt x="924" y="1747"/>
                </a:lnTo>
                <a:lnTo>
                  <a:pt x="947" y="1767"/>
                </a:lnTo>
                <a:lnTo>
                  <a:pt x="965" y="1792"/>
                </a:lnTo>
                <a:lnTo>
                  <a:pt x="981" y="1818"/>
                </a:lnTo>
                <a:lnTo>
                  <a:pt x="991" y="1847"/>
                </a:lnTo>
                <a:lnTo>
                  <a:pt x="996" y="1876"/>
                </a:lnTo>
                <a:lnTo>
                  <a:pt x="997" y="1906"/>
                </a:lnTo>
                <a:lnTo>
                  <a:pt x="995" y="1937"/>
                </a:lnTo>
                <a:lnTo>
                  <a:pt x="988" y="1968"/>
                </a:lnTo>
                <a:lnTo>
                  <a:pt x="1018" y="1962"/>
                </a:lnTo>
                <a:lnTo>
                  <a:pt x="1047" y="1961"/>
                </a:lnTo>
                <a:lnTo>
                  <a:pt x="1077" y="1963"/>
                </a:lnTo>
                <a:lnTo>
                  <a:pt x="1105" y="1971"/>
                </a:lnTo>
                <a:lnTo>
                  <a:pt x="1132" y="1982"/>
                </a:lnTo>
                <a:lnTo>
                  <a:pt x="1156" y="1997"/>
                </a:lnTo>
                <a:lnTo>
                  <a:pt x="1179" y="2018"/>
                </a:lnTo>
                <a:lnTo>
                  <a:pt x="1198" y="2041"/>
                </a:lnTo>
                <a:lnTo>
                  <a:pt x="1212" y="2067"/>
                </a:lnTo>
                <a:lnTo>
                  <a:pt x="1223" y="2093"/>
                </a:lnTo>
                <a:lnTo>
                  <a:pt x="1229" y="2122"/>
                </a:lnTo>
                <a:lnTo>
                  <a:pt x="1232" y="2151"/>
                </a:lnTo>
                <a:lnTo>
                  <a:pt x="1229" y="2180"/>
                </a:lnTo>
                <a:lnTo>
                  <a:pt x="1225" y="2210"/>
                </a:lnTo>
                <a:lnTo>
                  <a:pt x="1215" y="2239"/>
                </a:lnTo>
                <a:lnTo>
                  <a:pt x="1248" y="2232"/>
                </a:lnTo>
                <a:lnTo>
                  <a:pt x="1280" y="2228"/>
                </a:lnTo>
                <a:lnTo>
                  <a:pt x="1311" y="2230"/>
                </a:lnTo>
                <a:lnTo>
                  <a:pt x="1343" y="2236"/>
                </a:lnTo>
                <a:lnTo>
                  <a:pt x="1372" y="2248"/>
                </a:lnTo>
                <a:lnTo>
                  <a:pt x="1400" y="2264"/>
                </a:lnTo>
                <a:lnTo>
                  <a:pt x="1424" y="2286"/>
                </a:lnTo>
                <a:lnTo>
                  <a:pt x="1444" y="2312"/>
                </a:lnTo>
                <a:lnTo>
                  <a:pt x="1461" y="2342"/>
                </a:lnTo>
                <a:lnTo>
                  <a:pt x="1471" y="2374"/>
                </a:lnTo>
                <a:lnTo>
                  <a:pt x="1476" y="2406"/>
                </a:lnTo>
                <a:lnTo>
                  <a:pt x="1477" y="2440"/>
                </a:lnTo>
                <a:lnTo>
                  <a:pt x="1472" y="2473"/>
                </a:lnTo>
                <a:lnTo>
                  <a:pt x="1463" y="2507"/>
                </a:lnTo>
                <a:lnTo>
                  <a:pt x="1448" y="2538"/>
                </a:lnTo>
                <a:lnTo>
                  <a:pt x="1429" y="2569"/>
                </a:lnTo>
                <a:lnTo>
                  <a:pt x="1404" y="2597"/>
                </a:lnTo>
                <a:lnTo>
                  <a:pt x="1382" y="2616"/>
                </a:lnTo>
                <a:lnTo>
                  <a:pt x="1357" y="2634"/>
                </a:lnTo>
                <a:lnTo>
                  <a:pt x="1330" y="2650"/>
                </a:lnTo>
                <a:lnTo>
                  <a:pt x="1301" y="2663"/>
                </a:lnTo>
                <a:lnTo>
                  <a:pt x="1272" y="2674"/>
                </a:lnTo>
                <a:lnTo>
                  <a:pt x="1241" y="2681"/>
                </a:lnTo>
                <a:lnTo>
                  <a:pt x="1211" y="2686"/>
                </a:lnTo>
                <a:lnTo>
                  <a:pt x="1180" y="2687"/>
                </a:lnTo>
                <a:lnTo>
                  <a:pt x="1151" y="2684"/>
                </a:lnTo>
                <a:lnTo>
                  <a:pt x="1124" y="2679"/>
                </a:lnTo>
                <a:lnTo>
                  <a:pt x="1097" y="2668"/>
                </a:lnTo>
                <a:lnTo>
                  <a:pt x="1075" y="2654"/>
                </a:lnTo>
                <a:lnTo>
                  <a:pt x="1055" y="2635"/>
                </a:lnTo>
                <a:lnTo>
                  <a:pt x="1036" y="2610"/>
                </a:lnTo>
                <a:lnTo>
                  <a:pt x="1024" y="2585"/>
                </a:lnTo>
                <a:lnTo>
                  <a:pt x="1018" y="2561"/>
                </a:lnTo>
                <a:lnTo>
                  <a:pt x="1016" y="2537"/>
                </a:lnTo>
                <a:lnTo>
                  <a:pt x="1018" y="2514"/>
                </a:lnTo>
                <a:lnTo>
                  <a:pt x="1023" y="2491"/>
                </a:lnTo>
                <a:lnTo>
                  <a:pt x="1030" y="2470"/>
                </a:lnTo>
                <a:lnTo>
                  <a:pt x="1039" y="2448"/>
                </a:lnTo>
                <a:lnTo>
                  <a:pt x="1048" y="2426"/>
                </a:lnTo>
                <a:lnTo>
                  <a:pt x="1057" y="2404"/>
                </a:lnTo>
                <a:lnTo>
                  <a:pt x="1066" y="2383"/>
                </a:lnTo>
                <a:lnTo>
                  <a:pt x="1046" y="2390"/>
                </a:lnTo>
                <a:lnTo>
                  <a:pt x="1025" y="2396"/>
                </a:lnTo>
                <a:lnTo>
                  <a:pt x="1005" y="2403"/>
                </a:lnTo>
                <a:lnTo>
                  <a:pt x="982" y="2408"/>
                </a:lnTo>
                <a:lnTo>
                  <a:pt x="959" y="2414"/>
                </a:lnTo>
                <a:lnTo>
                  <a:pt x="936" y="2416"/>
                </a:lnTo>
                <a:lnTo>
                  <a:pt x="913" y="2417"/>
                </a:lnTo>
                <a:lnTo>
                  <a:pt x="890" y="2415"/>
                </a:lnTo>
                <a:lnTo>
                  <a:pt x="868" y="2410"/>
                </a:lnTo>
                <a:lnTo>
                  <a:pt x="848" y="2400"/>
                </a:lnTo>
                <a:lnTo>
                  <a:pt x="828" y="2386"/>
                </a:lnTo>
                <a:lnTo>
                  <a:pt x="811" y="2367"/>
                </a:lnTo>
                <a:lnTo>
                  <a:pt x="793" y="2341"/>
                </a:lnTo>
                <a:lnTo>
                  <a:pt x="783" y="2317"/>
                </a:lnTo>
                <a:lnTo>
                  <a:pt x="778" y="2293"/>
                </a:lnTo>
                <a:lnTo>
                  <a:pt x="778" y="2269"/>
                </a:lnTo>
                <a:lnTo>
                  <a:pt x="781" y="2246"/>
                </a:lnTo>
                <a:lnTo>
                  <a:pt x="787" y="2224"/>
                </a:lnTo>
                <a:lnTo>
                  <a:pt x="794" y="2201"/>
                </a:lnTo>
                <a:lnTo>
                  <a:pt x="802" y="2179"/>
                </a:lnTo>
                <a:lnTo>
                  <a:pt x="809" y="2159"/>
                </a:lnTo>
                <a:lnTo>
                  <a:pt x="817" y="2137"/>
                </a:lnTo>
                <a:lnTo>
                  <a:pt x="799" y="2142"/>
                </a:lnTo>
                <a:lnTo>
                  <a:pt x="780" y="2148"/>
                </a:lnTo>
                <a:lnTo>
                  <a:pt x="760" y="2154"/>
                </a:lnTo>
                <a:lnTo>
                  <a:pt x="740" y="2160"/>
                </a:lnTo>
                <a:lnTo>
                  <a:pt x="719" y="2164"/>
                </a:lnTo>
                <a:lnTo>
                  <a:pt x="698" y="2168"/>
                </a:lnTo>
                <a:lnTo>
                  <a:pt x="677" y="2168"/>
                </a:lnTo>
                <a:lnTo>
                  <a:pt x="656" y="2167"/>
                </a:lnTo>
                <a:lnTo>
                  <a:pt x="636" y="2162"/>
                </a:lnTo>
                <a:lnTo>
                  <a:pt x="615" y="2152"/>
                </a:lnTo>
                <a:lnTo>
                  <a:pt x="597" y="2137"/>
                </a:lnTo>
                <a:lnTo>
                  <a:pt x="578" y="2117"/>
                </a:lnTo>
                <a:lnTo>
                  <a:pt x="562" y="2092"/>
                </a:lnTo>
                <a:lnTo>
                  <a:pt x="551" y="2068"/>
                </a:lnTo>
                <a:lnTo>
                  <a:pt x="545" y="2046"/>
                </a:lnTo>
                <a:lnTo>
                  <a:pt x="544" y="2024"/>
                </a:lnTo>
                <a:lnTo>
                  <a:pt x="545" y="2004"/>
                </a:lnTo>
                <a:lnTo>
                  <a:pt x="550" y="1983"/>
                </a:lnTo>
                <a:lnTo>
                  <a:pt x="556" y="1963"/>
                </a:lnTo>
                <a:lnTo>
                  <a:pt x="563" y="1945"/>
                </a:lnTo>
                <a:lnTo>
                  <a:pt x="571" y="1925"/>
                </a:lnTo>
                <a:lnTo>
                  <a:pt x="578" y="1906"/>
                </a:lnTo>
                <a:lnTo>
                  <a:pt x="585" y="1887"/>
                </a:lnTo>
                <a:lnTo>
                  <a:pt x="565" y="1892"/>
                </a:lnTo>
                <a:lnTo>
                  <a:pt x="544" y="1899"/>
                </a:lnTo>
                <a:lnTo>
                  <a:pt x="524" y="1906"/>
                </a:lnTo>
                <a:lnTo>
                  <a:pt x="502" y="1911"/>
                </a:lnTo>
                <a:lnTo>
                  <a:pt x="480" y="1916"/>
                </a:lnTo>
                <a:lnTo>
                  <a:pt x="457" y="1919"/>
                </a:lnTo>
                <a:lnTo>
                  <a:pt x="435" y="1918"/>
                </a:lnTo>
                <a:lnTo>
                  <a:pt x="412" y="1913"/>
                </a:lnTo>
                <a:lnTo>
                  <a:pt x="389" y="1903"/>
                </a:lnTo>
                <a:lnTo>
                  <a:pt x="368" y="1888"/>
                </a:lnTo>
                <a:lnTo>
                  <a:pt x="346" y="1866"/>
                </a:lnTo>
                <a:lnTo>
                  <a:pt x="328" y="1841"/>
                </a:lnTo>
                <a:lnTo>
                  <a:pt x="317" y="1815"/>
                </a:lnTo>
                <a:lnTo>
                  <a:pt x="311" y="1786"/>
                </a:lnTo>
                <a:lnTo>
                  <a:pt x="309" y="1756"/>
                </a:lnTo>
                <a:lnTo>
                  <a:pt x="310" y="1726"/>
                </a:lnTo>
                <a:lnTo>
                  <a:pt x="316" y="1694"/>
                </a:lnTo>
                <a:lnTo>
                  <a:pt x="325" y="1662"/>
                </a:lnTo>
                <a:lnTo>
                  <a:pt x="338" y="1632"/>
                </a:lnTo>
                <a:lnTo>
                  <a:pt x="353" y="1602"/>
                </a:lnTo>
                <a:lnTo>
                  <a:pt x="371" y="1575"/>
                </a:lnTo>
                <a:lnTo>
                  <a:pt x="391" y="1549"/>
                </a:lnTo>
                <a:lnTo>
                  <a:pt x="412" y="1526"/>
                </a:lnTo>
                <a:lnTo>
                  <a:pt x="440" y="1502"/>
                </a:lnTo>
                <a:lnTo>
                  <a:pt x="470" y="1483"/>
                </a:lnTo>
                <a:lnTo>
                  <a:pt x="502" y="1469"/>
                </a:lnTo>
                <a:lnTo>
                  <a:pt x="535" y="1460"/>
                </a:lnTo>
                <a:lnTo>
                  <a:pt x="567" y="1457"/>
                </a:lnTo>
                <a:close/>
                <a:moveTo>
                  <a:pt x="1351" y="15"/>
                </a:moveTo>
                <a:lnTo>
                  <a:pt x="1395" y="17"/>
                </a:lnTo>
                <a:lnTo>
                  <a:pt x="1437" y="23"/>
                </a:lnTo>
                <a:lnTo>
                  <a:pt x="1475" y="31"/>
                </a:lnTo>
                <a:lnTo>
                  <a:pt x="1510" y="41"/>
                </a:lnTo>
                <a:lnTo>
                  <a:pt x="1540" y="54"/>
                </a:lnTo>
                <a:lnTo>
                  <a:pt x="1568" y="67"/>
                </a:lnTo>
                <a:lnTo>
                  <a:pt x="1592" y="82"/>
                </a:lnTo>
                <a:lnTo>
                  <a:pt x="1612" y="96"/>
                </a:lnTo>
                <a:lnTo>
                  <a:pt x="1631" y="109"/>
                </a:lnTo>
                <a:lnTo>
                  <a:pt x="1645" y="121"/>
                </a:lnTo>
                <a:lnTo>
                  <a:pt x="1656" y="132"/>
                </a:lnTo>
                <a:lnTo>
                  <a:pt x="1664" y="139"/>
                </a:lnTo>
                <a:lnTo>
                  <a:pt x="1668" y="145"/>
                </a:lnTo>
                <a:lnTo>
                  <a:pt x="1669" y="147"/>
                </a:lnTo>
                <a:lnTo>
                  <a:pt x="1667" y="149"/>
                </a:lnTo>
                <a:lnTo>
                  <a:pt x="1659" y="152"/>
                </a:lnTo>
                <a:lnTo>
                  <a:pt x="1647" y="160"/>
                </a:lnTo>
                <a:lnTo>
                  <a:pt x="1631" y="169"/>
                </a:lnTo>
                <a:lnTo>
                  <a:pt x="1610" y="180"/>
                </a:lnTo>
                <a:lnTo>
                  <a:pt x="1587" y="193"/>
                </a:lnTo>
                <a:lnTo>
                  <a:pt x="1561" y="208"/>
                </a:lnTo>
                <a:lnTo>
                  <a:pt x="1533" y="224"/>
                </a:lnTo>
                <a:lnTo>
                  <a:pt x="1503" y="242"/>
                </a:lnTo>
                <a:lnTo>
                  <a:pt x="1472" y="260"/>
                </a:lnTo>
                <a:lnTo>
                  <a:pt x="1439" y="279"/>
                </a:lnTo>
                <a:lnTo>
                  <a:pt x="1406" y="299"/>
                </a:lnTo>
                <a:lnTo>
                  <a:pt x="1372" y="318"/>
                </a:lnTo>
                <a:lnTo>
                  <a:pt x="1340" y="339"/>
                </a:lnTo>
                <a:lnTo>
                  <a:pt x="1308" y="359"/>
                </a:lnTo>
                <a:lnTo>
                  <a:pt x="1277" y="378"/>
                </a:lnTo>
                <a:lnTo>
                  <a:pt x="1249" y="397"/>
                </a:lnTo>
                <a:lnTo>
                  <a:pt x="1222" y="414"/>
                </a:lnTo>
                <a:lnTo>
                  <a:pt x="1198" y="432"/>
                </a:lnTo>
                <a:lnTo>
                  <a:pt x="1162" y="458"/>
                </a:lnTo>
                <a:lnTo>
                  <a:pt x="1129" y="490"/>
                </a:lnTo>
                <a:lnTo>
                  <a:pt x="1100" y="524"/>
                </a:lnTo>
                <a:lnTo>
                  <a:pt x="1075" y="564"/>
                </a:lnTo>
                <a:lnTo>
                  <a:pt x="1055" y="605"/>
                </a:lnTo>
                <a:lnTo>
                  <a:pt x="1041" y="650"/>
                </a:lnTo>
                <a:lnTo>
                  <a:pt x="1031" y="697"/>
                </a:lnTo>
                <a:lnTo>
                  <a:pt x="1029" y="746"/>
                </a:lnTo>
                <a:lnTo>
                  <a:pt x="1032" y="796"/>
                </a:lnTo>
                <a:lnTo>
                  <a:pt x="1041" y="845"/>
                </a:lnTo>
                <a:lnTo>
                  <a:pt x="1056" y="891"/>
                </a:lnTo>
                <a:lnTo>
                  <a:pt x="1077" y="934"/>
                </a:lnTo>
                <a:lnTo>
                  <a:pt x="1103" y="973"/>
                </a:lnTo>
                <a:lnTo>
                  <a:pt x="1133" y="1009"/>
                </a:lnTo>
                <a:lnTo>
                  <a:pt x="1167" y="1040"/>
                </a:lnTo>
                <a:lnTo>
                  <a:pt x="1205" y="1067"/>
                </a:lnTo>
                <a:lnTo>
                  <a:pt x="1247" y="1088"/>
                </a:lnTo>
                <a:lnTo>
                  <a:pt x="1292" y="1104"/>
                </a:lnTo>
                <a:lnTo>
                  <a:pt x="1339" y="1114"/>
                </a:lnTo>
                <a:lnTo>
                  <a:pt x="1387" y="1118"/>
                </a:lnTo>
                <a:lnTo>
                  <a:pt x="1397" y="1117"/>
                </a:lnTo>
                <a:lnTo>
                  <a:pt x="1413" y="1114"/>
                </a:lnTo>
                <a:lnTo>
                  <a:pt x="1435" y="1109"/>
                </a:lnTo>
                <a:lnTo>
                  <a:pt x="1461" y="1102"/>
                </a:lnTo>
                <a:lnTo>
                  <a:pt x="1490" y="1092"/>
                </a:lnTo>
                <a:lnTo>
                  <a:pt x="1524" y="1080"/>
                </a:lnTo>
                <a:lnTo>
                  <a:pt x="1560" y="1063"/>
                </a:lnTo>
                <a:lnTo>
                  <a:pt x="1597" y="1045"/>
                </a:lnTo>
                <a:lnTo>
                  <a:pt x="1646" y="1021"/>
                </a:lnTo>
                <a:lnTo>
                  <a:pt x="1699" y="996"/>
                </a:lnTo>
                <a:lnTo>
                  <a:pt x="1753" y="970"/>
                </a:lnTo>
                <a:lnTo>
                  <a:pt x="1808" y="944"/>
                </a:lnTo>
                <a:lnTo>
                  <a:pt x="1861" y="919"/>
                </a:lnTo>
                <a:lnTo>
                  <a:pt x="1911" y="896"/>
                </a:lnTo>
                <a:lnTo>
                  <a:pt x="1942" y="884"/>
                </a:lnTo>
                <a:lnTo>
                  <a:pt x="1971" y="878"/>
                </a:lnTo>
                <a:lnTo>
                  <a:pt x="2000" y="877"/>
                </a:lnTo>
                <a:lnTo>
                  <a:pt x="2026" y="879"/>
                </a:lnTo>
                <a:lnTo>
                  <a:pt x="2050" y="883"/>
                </a:lnTo>
                <a:lnTo>
                  <a:pt x="2073" y="891"/>
                </a:lnTo>
                <a:lnTo>
                  <a:pt x="2092" y="900"/>
                </a:lnTo>
                <a:lnTo>
                  <a:pt x="2110" y="910"/>
                </a:lnTo>
                <a:lnTo>
                  <a:pt x="2124" y="918"/>
                </a:lnTo>
                <a:lnTo>
                  <a:pt x="2136" y="927"/>
                </a:lnTo>
                <a:lnTo>
                  <a:pt x="2145" y="935"/>
                </a:lnTo>
                <a:lnTo>
                  <a:pt x="2150" y="939"/>
                </a:lnTo>
                <a:lnTo>
                  <a:pt x="2152" y="941"/>
                </a:lnTo>
                <a:lnTo>
                  <a:pt x="2179" y="968"/>
                </a:lnTo>
                <a:lnTo>
                  <a:pt x="2203" y="994"/>
                </a:lnTo>
                <a:lnTo>
                  <a:pt x="2224" y="1016"/>
                </a:lnTo>
                <a:lnTo>
                  <a:pt x="2243" y="1036"/>
                </a:lnTo>
                <a:lnTo>
                  <a:pt x="2260" y="1054"/>
                </a:lnTo>
                <a:lnTo>
                  <a:pt x="2276" y="1070"/>
                </a:lnTo>
                <a:lnTo>
                  <a:pt x="2289" y="1084"/>
                </a:lnTo>
                <a:lnTo>
                  <a:pt x="2301" y="1096"/>
                </a:lnTo>
                <a:lnTo>
                  <a:pt x="2312" y="1108"/>
                </a:lnTo>
                <a:lnTo>
                  <a:pt x="2321" y="1118"/>
                </a:lnTo>
                <a:lnTo>
                  <a:pt x="2330" y="1127"/>
                </a:lnTo>
                <a:lnTo>
                  <a:pt x="2338" y="1134"/>
                </a:lnTo>
                <a:lnTo>
                  <a:pt x="2345" y="1142"/>
                </a:lnTo>
                <a:lnTo>
                  <a:pt x="2352" y="1150"/>
                </a:lnTo>
                <a:lnTo>
                  <a:pt x="2359" y="1156"/>
                </a:lnTo>
                <a:lnTo>
                  <a:pt x="2365" y="1164"/>
                </a:lnTo>
                <a:lnTo>
                  <a:pt x="2373" y="1170"/>
                </a:lnTo>
                <a:lnTo>
                  <a:pt x="2379" y="1178"/>
                </a:lnTo>
                <a:lnTo>
                  <a:pt x="2387" y="1186"/>
                </a:lnTo>
                <a:lnTo>
                  <a:pt x="2396" y="1195"/>
                </a:lnTo>
                <a:lnTo>
                  <a:pt x="2405" y="1205"/>
                </a:lnTo>
                <a:lnTo>
                  <a:pt x="2415" y="1216"/>
                </a:lnTo>
                <a:lnTo>
                  <a:pt x="2427" y="1228"/>
                </a:lnTo>
                <a:lnTo>
                  <a:pt x="2440" y="1242"/>
                </a:lnTo>
                <a:lnTo>
                  <a:pt x="2456" y="1258"/>
                </a:lnTo>
                <a:lnTo>
                  <a:pt x="2473" y="1275"/>
                </a:lnTo>
                <a:lnTo>
                  <a:pt x="2492" y="1295"/>
                </a:lnTo>
                <a:lnTo>
                  <a:pt x="2512" y="1316"/>
                </a:lnTo>
                <a:lnTo>
                  <a:pt x="2536" y="1340"/>
                </a:lnTo>
                <a:lnTo>
                  <a:pt x="2563" y="1368"/>
                </a:lnTo>
                <a:lnTo>
                  <a:pt x="2592" y="1398"/>
                </a:lnTo>
                <a:lnTo>
                  <a:pt x="2624" y="1431"/>
                </a:lnTo>
                <a:lnTo>
                  <a:pt x="2659" y="1468"/>
                </a:lnTo>
                <a:lnTo>
                  <a:pt x="2698" y="1508"/>
                </a:lnTo>
                <a:lnTo>
                  <a:pt x="2739" y="1552"/>
                </a:lnTo>
                <a:lnTo>
                  <a:pt x="2785" y="1599"/>
                </a:lnTo>
                <a:lnTo>
                  <a:pt x="2835" y="1651"/>
                </a:lnTo>
                <a:lnTo>
                  <a:pt x="2839" y="1654"/>
                </a:lnTo>
                <a:lnTo>
                  <a:pt x="2841" y="1656"/>
                </a:lnTo>
                <a:lnTo>
                  <a:pt x="2859" y="1679"/>
                </a:lnTo>
                <a:lnTo>
                  <a:pt x="2872" y="1703"/>
                </a:lnTo>
                <a:lnTo>
                  <a:pt x="2882" y="1730"/>
                </a:lnTo>
                <a:lnTo>
                  <a:pt x="2887" y="1757"/>
                </a:lnTo>
                <a:lnTo>
                  <a:pt x="2887" y="1786"/>
                </a:lnTo>
                <a:lnTo>
                  <a:pt x="2881" y="1813"/>
                </a:lnTo>
                <a:lnTo>
                  <a:pt x="2872" y="1839"/>
                </a:lnTo>
                <a:lnTo>
                  <a:pt x="2859" y="1864"/>
                </a:lnTo>
                <a:lnTo>
                  <a:pt x="2841" y="1887"/>
                </a:lnTo>
                <a:lnTo>
                  <a:pt x="2819" y="1906"/>
                </a:lnTo>
                <a:lnTo>
                  <a:pt x="2795" y="1920"/>
                </a:lnTo>
                <a:lnTo>
                  <a:pt x="2770" y="1928"/>
                </a:lnTo>
                <a:lnTo>
                  <a:pt x="2743" y="1934"/>
                </a:lnTo>
                <a:lnTo>
                  <a:pt x="2716" y="1934"/>
                </a:lnTo>
                <a:lnTo>
                  <a:pt x="2689" y="1930"/>
                </a:lnTo>
                <a:lnTo>
                  <a:pt x="2664" y="1920"/>
                </a:lnTo>
                <a:lnTo>
                  <a:pt x="2640" y="1906"/>
                </a:lnTo>
                <a:lnTo>
                  <a:pt x="2618" y="1887"/>
                </a:lnTo>
                <a:lnTo>
                  <a:pt x="2617" y="1885"/>
                </a:lnTo>
                <a:lnTo>
                  <a:pt x="2615" y="1883"/>
                </a:lnTo>
                <a:lnTo>
                  <a:pt x="2579" y="1844"/>
                </a:lnTo>
                <a:lnTo>
                  <a:pt x="2545" y="1811"/>
                </a:lnTo>
                <a:lnTo>
                  <a:pt x="2516" y="1780"/>
                </a:lnTo>
                <a:lnTo>
                  <a:pt x="2488" y="1753"/>
                </a:lnTo>
                <a:lnTo>
                  <a:pt x="2465" y="1729"/>
                </a:lnTo>
                <a:lnTo>
                  <a:pt x="2445" y="1707"/>
                </a:lnTo>
                <a:lnTo>
                  <a:pt x="2426" y="1690"/>
                </a:lnTo>
                <a:lnTo>
                  <a:pt x="2411" y="1674"/>
                </a:lnTo>
                <a:lnTo>
                  <a:pt x="2398" y="1661"/>
                </a:lnTo>
                <a:lnTo>
                  <a:pt x="2386" y="1650"/>
                </a:lnTo>
                <a:lnTo>
                  <a:pt x="2377" y="1643"/>
                </a:lnTo>
                <a:lnTo>
                  <a:pt x="2368" y="1636"/>
                </a:lnTo>
                <a:lnTo>
                  <a:pt x="2362" y="1632"/>
                </a:lnTo>
                <a:lnTo>
                  <a:pt x="2357" y="1628"/>
                </a:lnTo>
                <a:lnTo>
                  <a:pt x="2353" y="1626"/>
                </a:lnTo>
                <a:lnTo>
                  <a:pt x="2349" y="1626"/>
                </a:lnTo>
                <a:lnTo>
                  <a:pt x="2347" y="1627"/>
                </a:lnTo>
                <a:lnTo>
                  <a:pt x="2344" y="1628"/>
                </a:lnTo>
                <a:lnTo>
                  <a:pt x="2341" y="1631"/>
                </a:lnTo>
                <a:lnTo>
                  <a:pt x="2339" y="1633"/>
                </a:lnTo>
                <a:lnTo>
                  <a:pt x="2337" y="1635"/>
                </a:lnTo>
                <a:lnTo>
                  <a:pt x="2335" y="1637"/>
                </a:lnTo>
                <a:lnTo>
                  <a:pt x="2333" y="1640"/>
                </a:lnTo>
                <a:lnTo>
                  <a:pt x="2332" y="1644"/>
                </a:lnTo>
                <a:lnTo>
                  <a:pt x="2332" y="1647"/>
                </a:lnTo>
                <a:lnTo>
                  <a:pt x="2333" y="1651"/>
                </a:lnTo>
                <a:lnTo>
                  <a:pt x="2336" y="1658"/>
                </a:lnTo>
                <a:lnTo>
                  <a:pt x="2340" y="1664"/>
                </a:lnTo>
                <a:lnTo>
                  <a:pt x="2345" y="1673"/>
                </a:lnTo>
                <a:lnTo>
                  <a:pt x="2353" y="1684"/>
                </a:lnTo>
                <a:lnTo>
                  <a:pt x="2362" y="1696"/>
                </a:lnTo>
                <a:lnTo>
                  <a:pt x="2374" y="1710"/>
                </a:lnTo>
                <a:lnTo>
                  <a:pt x="2389" y="1728"/>
                </a:lnTo>
                <a:lnTo>
                  <a:pt x="2405" y="1746"/>
                </a:lnTo>
                <a:lnTo>
                  <a:pt x="2426" y="1769"/>
                </a:lnTo>
                <a:lnTo>
                  <a:pt x="2449" y="1794"/>
                </a:lnTo>
                <a:lnTo>
                  <a:pt x="2475" y="1823"/>
                </a:lnTo>
                <a:lnTo>
                  <a:pt x="2506" y="1854"/>
                </a:lnTo>
                <a:lnTo>
                  <a:pt x="2540" y="1890"/>
                </a:lnTo>
                <a:lnTo>
                  <a:pt x="2578" y="1930"/>
                </a:lnTo>
                <a:lnTo>
                  <a:pt x="2580" y="1933"/>
                </a:lnTo>
                <a:lnTo>
                  <a:pt x="2582" y="1936"/>
                </a:lnTo>
                <a:lnTo>
                  <a:pt x="2583" y="1940"/>
                </a:lnTo>
                <a:lnTo>
                  <a:pt x="2600" y="1966"/>
                </a:lnTo>
                <a:lnTo>
                  <a:pt x="2611" y="1993"/>
                </a:lnTo>
                <a:lnTo>
                  <a:pt x="2617" y="2021"/>
                </a:lnTo>
                <a:lnTo>
                  <a:pt x="2618" y="2051"/>
                </a:lnTo>
                <a:lnTo>
                  <a:pt x="2614" y="2080"/>
                </a:lnTo>
                <a:lnTo>
                  <a:pt x="2605" y="2108"/>
                </a:lnTo>
                <a:lnTo>
                  <a:pt x="2592" y="2135"/>
                </a:lnTo>
                <a:lnTo>
                  <a:pt x="2572" y="2159"/>
                </a:lnTo>
                <a:lnTo>
                  <a:pt x="2552" y="2176"/>
                </a:lnTo>
                <a:lnTo>
                  <a:pt x="2529" y="2190"/>
                </a:lnTo>
                <a:lnTo>
                  <a:pt x="2504" y="2200"/>
                </a:lnTo>
                <a:lnTo>
                  <a:pt x="2479" y="2204"/>
                </a:lnTo>
                <a:lnTo>
                  <a:pt x="2452" y="2206"/>
                </a:lnTo>
                <a:lnTo>
                  <a:pt x="2426" y="2201"/>
                </a:lnTo>
                <a:lnTo>
                  <a:pt x="2401" y="2192"/>
                </a:lnTo>
                <a:lnTo>
                  <a:pt x="2377" y="2180"/>
                </a:lnTo>
                <a:lnTo>
                  <a:pt x="2356" y="2163"/>
                </a:lnTo>
                <a:lnTo>
                  <a:pt x="2355" y="2163"/>
                </a:lnTo>
                <a:lnTo>
                  <a:pt x="2354" y="2163"/>
                </a:lnTo>
                <a:lnTo>
                  <a:pt x="2308" y="2115"/>
                </a:lnTo>
                <a:lnTo>
                  <a:pt x="2266" y="2070"/>
                </a:lnTo>
                <a:lnTo>
                  <a:pt x="2227" y="2030"/>
                </a:lnTo>
                <a:lnTo>
                  <a:pt x="2192" y="1993"/>
                </a:lnTo>
                <a:lnTo>
                  <a:pt x="2160" y="1960"/>
                </a:lnTo>
                <a:lnTo>
                  <a:pt x="2132" y="1932"/>
                </a:lnTo>
                <a:lnTo>
                  <a:pt x="2108" y="1908"/>
                </a:lnTo>
                <a:lnTo>
                  <a:pt x="2086" y="1887"/>
                </a:lnTo>
                <a:lnTo>
                  <a:pt x="2068" y="1872"/>
                </a:lnTo>
                <a:lnTo>
                  <a:pt x="2053" y="1860"/>
                </a:lnTo>
                <a:lnTo>
                  <a:pt x="2042" y="1853"/>
                </a:lnTo>
                <a:lnTo>
                  <a:pt x="2033" y="1850"/>
                </a:lnTo>
                <a:lnTo>
                  <a:pt x="2028" y="1852"/>
                </a:lnTo>
                <a:lnTo>
                  <a:pt x="2025" y="1855"/>
                </a:lnTo>
                <a:lnTo>
                  <a:pt x="2024" y="1860"/>
                </a:lnTo>
                <a:lnTo>
                  <a:pt x="2024" y="1865"/>
                </a:lnTo>
                <a:lnTo>
                  <a:pt x="2026" y="1872"/>
                </a:lnTo>
                <a:lnTo>
                  <a:pt x="2029" y="1880"/>
                </a:lnTo>
                <a:lnTo>
                  <a:pt x="2035" y="1889"/>
                </a:lnTo>
                <a:lnTo>
                  <a:pt x="2042" y="1901"/>
                </a:lnTo>
                <a:lnTo>
                  <a:pt x="2052" y="1915"/>
                </a:lnTo>
                <a:lnTo>
                  <a:pt x="2065" y="1932"/>
                </a:lnTo>
                <a:lnTo>
                  <a:pt x="2080" y="1950"/>
                </a:lnTo>
                <a:lnTo>
                  <a:pt x="2099" y="1972"/>
                </a:lnTo>
                <a:lnTo>
                  <a:pt x="2121" y="1996"/>
                </a:lnTo>
                <a:lnTo>
                  <a:pt x="2147" y="2024"/>
                </a:lnTo>
                <a:lnTo>
                  <a:pt x="2176" y="2056"/>
                </a:lnTo>
                <a:lnTo>
                  <a:pt x="2209" y="2091"/>
                </a:lnTo>
                <a:lnTo>
                  <a:pt x="2246" y="2129"/>
                </a:lnTo>
                <a:lnTo>
                  <a:pt x="2252" y="2136"/>
                </a:lnTo>
                <a:lnTo>
                  <a:pt x="2256" y="2141"/>
                </a:lnTo>
                <a:lnTo>
                  <a:pt x="2261" y="2146"/>
                </a:lnTo>
                <a:lnTo>
                  <a:pt x="2267" y="2150"/>
                </a:lnTo>
                <a:lnTo>
                  <a:pt x="2284" y="2173"/>
                </a:lnTo>
                <a:lnTo>
                  <a:pt x="2299" y="2197"/>
                </a:lnTo>
                <a:lnTo>
                  <a:pt x="2307" y="2224"/>
                </a:lnTo>
                <a:lnTo>
                  <a:pt x="2312" y="2251"/>
                </a:lnTo>
                <a:lnTo>
                  <a:pt x="2312" y="2280"/>
                </a:lnTo>
                <a:lnTo>
                  <a:pt x="2307" y="2307"/>
                </a:lnTo>
                <a:lnTo>
                  <a:pt x="2299" y="2333"/>
                </a:lnTo>
                <a:lnTo>
                  <a:pt x="2284" y="2358"/>
                </a:lnTo>
                <a:lnTo>
                  <a:pt x="2267" y="2381"/>
                </a:lnTo>
                <a:lnTo>
                  <a:pt x="2245" y="2400"/>
                </a:lnTo>
                <a:lnTo>
                  <a:pt x="2221" y="2414"/>
                </a:lnTo>
                <a:lnTo>
                  <a:pt x="2195" y="2424"/>
                </a:lnTo>
                <a:lnTo>
                  <a:pt x="2169" y="2428"/>
                </a:lnTo>
                <a:lnTo>
                  <a:pt x="2141" y="2428"/>
                </a:lnTo>
                <a:lnTo>
                  <a:pt x="2115" y="2424"/>
                </a:lnTo>
                <a:lnTo>
                  <a:pt x="2090" y="2414"/>
                </a:lnTo>
                <a:lnTo>
                  <a:pt x="2066" y="2400"/>
                </a:lnTo>
                <a:lnTo>
                  <a:pt x="2044" y="2381"/>
                </a:lnTo>
                <a:lnTo>
                  <a:pt x="2036" y="2371"/>
                </a:lnTo>
                <a:lnTo>
                  <a:pt x="2029" y="2362"/>
                </a:lnTo>
                <a:lnTo>
                  <a:pt x="2027" y="2360"/>
                </a:lnTo>
                <a:lnTo>
                  <a:pt x="2025" y="2358"/>
                </a:lnTo>
                <a:lnTo>
                  <a:pt x="1985" y="2318"/>
                </a:lnTo>
                <a:lnTo>
                  <a:pt x="1951" y="2282"/>
                </a:lnTo>
                <a:lnTo>
                  <a:pt x="1920" y="2249"/>
                </a:lnTo>
                <a:lnTo>
                  <a:pt x="1893" y="2220"/>
                </a:lnTo>
                <a:lnTo>
                  <a:pt x="1868" y="2194"/>
                </a:lnTo>
                <a:lnTo>
                  <a:pt x="1847" y="2171"/>
                </a:lnTo>
                <a:lnTo>
                  <a:pt x="1827" y="2151"/>
                </a:lnTo>
                <a:lnTo>
                  <a:pt x="1812" y="2135"/>
                </a:lnTo>
                <a:lnTo>
                  <a:pt x="1798" y="2120"/>
                </a:lnTo>
                <a:lnTo>
                  <a:pt x="1786" y="2110"/>
                </a:lnTo>
                <a:lnTo>
                  <a:pt x="1776" y="2101"/>
                </a:lnTo>
                <a:lnTo>
                  <a:pt x="1768" y="2094"/>
                </a:lnTo>
                <a:lnTo>
                  <a:pt x="1761" y="2091"/>
                </a:lnTo>
                <a:lnTo>
                  <a:pt x="1755" y="2089"/>
                </a:lnTo>
                <a:lnTo>
                  <a:pt x="1751" y="2088"/>
                </a:lnTo>
                <a:lnTo>
                  <a:pt x="1747" y="2090"/>
                </a:lnTo>
                <a:lnTo>
                  <a:pt x="1742" y="2093"/>
                </a:lnTo>
                <a:lnTo>
                  <a:pt x="1739" y="2096"/>
                </a:lnTo>
                <a:lnTo>
                  <a:pt x="1737" y="2100"/>
                </a:lnTo>
                <a:lnTo>
                  <a:pt x="1736" y="2104"/>
                </a:lnTo>
                <a:lnTo>
                  <a:pt x="1736" y="2110"/>
                </a:lnTo>
                <a:lnTo>
                  <a:pt x="1737" y="2115"/>
                </a:lnTo>
                <a:lnTo>
                  <a:pt x="1740" y="2122"/>
                </a:lnTo>
                <a:lnTo>
                  <a:pt x="1744" y="2130"/>
                </a:lnTo>
                <a:lnTo>
                  <a:pt x="1752" y="2140"/>
                </a:lnTo>
                <a:lnTo>
                  <a:pt x="1761" y="2152"/>
                </a:lnTo>
                <a:lnTo>
                  <a:pt x="1773" y="2166"/>
                </a:lnTo>
                <a:lnTo>
                  <a:pt x="1787" y="2183"/>
                </a:lnTo>
                <a:lnTo>
                  <a:pt x="1804" y="2201"/>
                </a:lnTo>
                <a:lnTo>
                  <a:pt x="1824" y="2223"/>
                </a:lnTo>
                <a:lnTo>
                  <a:pt x="1848" y="2248"/>
                </a:lnTo>
                <a:lnTo>
                  <a:pt x="1874" y="2276"/>
                </a:lnTo>
                <a:lnTo>
                  <a:pt x="1905" y="2308"/>
                </a:lnTo>
                <a:lnTo>
                  <a:pt x="1940" y="2344"/>
                </a:lnTo>
                <a:lnTo>
                  <a:pt x="1940" y="2345"/>
                </a:lnTo>
                <a:lnTo>
                  <a:pt x="1943" y="2348"/>
                </a:lnTo>
                <a:lnTo>
                  <a:pt x="1946" y="2351"/>
                </a:lnTo>
                <a:lnTo>
                  <a:pt x="1964" y="2374"/>
                </a:lnTo>
                <a:lnTo>
                  <a:pt x="1978" y="2399"/>
                </a:lnTo>
                <a:lnTo>
                  <a:pt x="1987" y="2425"/>
                </a:lnTo>
                <a:lnTo>
                  <a:pt x="1991" y="2452"/>
                </a:lnTo>
                <a:lnTo>
                  <a:pt x="1991" y="2480"/>
                </a:lnTo>
                <a:lnTo>
                  <a:pt x="1987" y="2508"/>
                </a:lnTo>
                <a:lnTo>
                  <a:pt x="1978" y="2534"/>
                </a:lnTo>
                <a:lnTo>
                  <a:pt x="1964" y="2559"/>
                </a:lnTo>
                <a:lnTo>
                  <a:pt x="1946" y="2582"/>
                </a:lnTo>
                <a:lnTo>
                  <a:pt x="1924" y="2600"/>
                </a:lnTo>
                <a:lnTo>
                  <a:pt x="1900" y="2615"/>
                </a:lnTo>
                <a:lnTo>
                  <a:pt x="1874" y="2624"/>
                </a:lnTo>
                <a:lnTo>
                  <a:pt x="1848" y="2629"/>
                </a:lnTo>
                <a:lnTo>
                  <a:pt x="1821" y="2629"/>
                </a:lnTo>
                <a:lnTo>
                  <a:pt x="1795" y="2624"/>
                </a:lnTo>
                <a:lnTo>
                  <a:pt x="1768" y="2615"/>
                </a:lnTo>
                <a:lnTo>
                  <a:pt x="1744" y="2600"/>
                </a:lnTo>
                <a:lnTo>
                  <a:pt x="1724" y="2582"/>
                </a:lnTo>
                <a:lnTo>
                  <a:pt x="1713" y="2570"/>
                </a:lnTo>
                <a:lnTo>
                  <a:pt x="1701" y="2558"/>
                </a:lnTo>
                <a:lnTo>
                  <a:pt x="1689" y="2545"/>
                </a:lnTo>
                <a:lnTo>
                  <a:pt x="1677" y="2532"/>
                </a:lnTo>
                <a:lnTo>
                  <a:pt x="1666" y="2519"/>
                </a:lnTo>
                <a:lnTo>
                  <a:pt x="1656" y="2508"/>
                </a:lnTo>
                <a:lnTo>
                  <a:pt x="1648" y="2499"/>
                </a:lnTo>
                <a:lnTo>
                  <a:pt x="1643" y="2492"/>
                </a:lnTo>
                <a:lnTo>
                  <a:pt x="1641" y="2489"/>
                </a:lnTo>
                <a:lnTo>
                  <a:pt x="1640" y="2489"/>
                </a:lnTo>
                <a:lnTo>
                  <a:pt x="1640" y="2489"/>
                </a:lnTo>
                <a:lnTo>
                  <a:pt x="1644" y="2446"/>
                </a:lnTo>
                <a:lnTo>
                  <a:pt x="1644" y="2402"/>
                </a:lnTo>
                <a:lnTo>
                  <a:pt x="1640" y="2358"/>
                </a:lnTo>
                <a:lnTo>
                  <a:pt x="1631" y="2316"/>
                </a:lnTo>
                <a:lnTo>
                  <a:pt x="1617" y="2275"/>
                </a:lnTo>
                <a:lnTo>
                  <a:pt x="1597" y="2236"/>
                </a:lnTo>
                <a:lnTo>
                  <a:pt x="1574" y="2199"/>
                </a:lnTo>
                <a:lnTo>
                  <a:pt x="1546" y="2164"/>
                </a:lnTo>
                <a:lnTo>
                  <a:pt x="1519" y="2139"/>
                </a:lnTo>
                <a:lnTo>
                  <a:pt x="1490" y="2116"/>
                </a:lnTo>
                <a:lnTo>
                  <a:pt x="1459" y="2098"/>
                </a:lnTo>
                <a:lnTo>
                  <a:pt x="1426" y="2081"/>
                </a:lnTo>
                <a:lnTo>
                  <a:pt x="1392" y="2069"/>
                </a:lnTo>
                <a:lnTo>
                  <a:pt x="1381" y="2031"/>
                </a:lnTo>
                <a:lnTo>
                  <a:pt x="1367" y="1994"/>
                </a:lnTo>
                <a:lnTo>
                  <a:pt x="1348" y="1959"/>
                </a:lnTo>
                <a:lnTo>
                  <a:pt x="1327" y="1926"/>
                </a:lnTo>
                <a:lnTo>
                  <a:pt x="1301" y="1896"/>
                </a:lnTo>
                <a:lnTo>
                  <a:pt x="1269" y="1866"/>
                </a:lnTo>
                <a:lnTo>
                  <a:pt x="1234" y="1840"/>
                </a:lnTo>
                <a:lnTo>
                  <a:pt x="1196" y="1819"/>
                </a:lnTo>
                <a:lnTo>
                  <a:pt x="1154" y="1803"/>
                </a:lnTo>
                <a:lnTo>
                  <a:pt x="1140" y="1760"/>
                </a:lnTo>
                <a:lnTo>
                  <a:pt x="1121" y="1719"/>
                </a:lnTo>
                <a:lnTo>
                  <a:pt x="1097" y="1681"/>
                </a:lnTo>
                <a:lnTo>
                  <a:pt x="1069" y="1646"/>
                </a:lnTo>
                <a:lnTo>
                  <a:pt x="1036" y="1615"/>
                </a:lnTo>
                <a:lnTo>
                  <a:pt x="1001" y="1590"/>
                </a:lnTo>
                <a:lnTo>
                  <a:pt x="962" y="1568"/>
                </a:lnTo>
                <a:lnTo>
                  <a:pt x="922" y="1553"/>
                </a:lnTo>
                <a:lnTo>
                  <a:pt x="908" y="1510"/>
                </a:lnTo>
                <a:lnTo>
                  <a:pt x="889" y="1469"/>
                </a:lnTo>
                <a:lnTo>
                  <a:pt x="865" y="1431"/>
                </a:lnTo>
                <a:lnTo>
                  <a:pt x="837" y="1395"/>
                </a:lnTo>
                <a:lnTo>
                  <a:pt x="805" y="1367"/>
                </a:lnTo>
                <a:lnTo>
                  <a:pt x="770" y="1342"/>
                </a:lnTo>
                <a:lnTo>
                  <a:pt x="734" y="1321"/>
                </a:lnTo>
                <a:lnTo>
                  <a:pt x="695" y="1306"/>
                </a:lnTo>
                <a:lnTo>
                  <a:pt x="655" y="1295"/>
                </a:lnTo>
                <a:lnTo>
                  <a:pt x="613" y="1288"/>
                </a:lnTo>
                <a:lnTo>
                  <a:pt x="571" y="1286"/>
                </a:lnTo>
                <a:lnTo>
                  <a:pt x="528" y="1288"/>
                </a:lnTo>
                <a:lnTo>
                  <a:pt x="485" y="1296"/>
                </a:lnTo>
                <a:lnTo>
                  <a:pt x="444" y="1308"/>
                </a:lnTo>
                <a:lnTo>
                  <a:pt x="404" y="1323"/>
                </a:lnTo>
                <a:lnTo>
                  <a:pt x="364" y="1345"/>
                </a:lnTo>
                <a:lnTo>
                  <a:pt x="328" y="1370"/>
                </a:lnTo>
                <a:lnTo>
                  <a:pt x="295" y="1399"/>
                </a:lnTo>
                <a:lnTo>
                  <a:pt x="267" y="1429"/>
                </a:lnTo>
                <a:lnTo>
                  <a:pt x="244" y="1460"/>
                </a:lnTo>
                <a:lnTo>
                  <a:pt x="225" y="1493"/>
                </a:lnTo>
                <a:lnTo>
                  <a:pt x="207" y="1528"/>
                </a:lnTo>
                <a:lnTo>
                  <a:pt x="193" y="1564"/>
                </a:lnTo>
                <a:lnTo>
                  <a:pt x="166" y="1553"/>
                </a:lnTo>
                <a:lnTo>
                  <a:pt x="139" y="1542"/>
                </a:lnTo>
                <a:lnTo>
                  <a:pt x="111" y="1532"/>
                </a:lnTo>
                <a:lnTo>
                  <a:pt x="86" y="1523"/>
                </a:lnTo>
                <a:lnTo>
                  <a:pt x="62" y="1515"/>
                </a:lnTo>
                <a:lnTo>
                  <a:pt x="41" y="1507"/>
                </a:lnTo>
                <a:lnTo>
                  <a:pt x="24" y="1502"/>
                </a:lnTo>
                <a:lnTo>
                  <a:pt x="11" y="1498"/>
                </a:lnTo>
                <a:lnTo>
                  <a:pt x="3" y="1495"/>
                </a:lnTo>
                <a:lnTo>
                  <a:pt x="0" y="1494"/>
                </a:lnTo>
                <a:lnTo>
                  <a:pt x="0" y="207"/>
                </a:lnTo>
                <a:lnTo>
                  <a:pt x="357" y="336"/>
                </a:lnTo>
                <a:lnTo>
                  <a:pt x="399" y="351"/>
                </a:lnTo>
                <a:lnTo>
                  <a:pt x="439" y="361"/>
                </a:lnTo>
                <a:lnTo>
                  <a:pt x="476" y="366"/>
                </a:lnTo>
                <a:lnTo>
                  <a:pt x="511" y="368"/>
                </a:lnTo>
                <a:lnTo>
                  <a:pt x="542" y="367"/>
                </a:lnTo>
                <a:lnTo>
                  <a:pt x="571" y="363"/>
                </a:lnTo>
                <a:lnTo>
                  <a:pt x="597" y="358"/>
                </a:lnTo>
                <a:lnTo>
                  <a:pt x="619" y="351"/>
                </a:lnTo>
                <a:lnTo>
                  <a:pt x="638" y="344"/>
                </a:lnTo>
                <a:lnTo>
                  <a:pt x="652" y="338"/>
                </a:lnTo>
                <a:lnTo>
                  <a:pt x="663" y="332"/>
                </a:lnTo>
                <a:lnTo>
                  <a:pt x="670" y="328"/>
                </a:lnTo>
                <a:lnTo>
                  <a:pt x="672" y="327"/>
                </a:lnTo>
                <a:lnTo>
                  <a:pt x="675" y="326"/>
                </a:lnTo>
                <a:lnTo>
                  <a:pt x="682" y="322"/>
                </a:lnTo>
                <a:lnTo>
                  <a:pt x="693" y="314"/>
                </a:lnTo>
                <a:lnTo>
                  <a:pt x="707" y="304"/>
                </a:lnTo>
                <a:lnTo>
                  <a:pt x="725" y="292"/>
                </a:lnTo>
                <a:lnTo>
                  <a:pt x="747" y="279"/>
                </a:lnTo>
                <a:lnTo>
                  <a:pt x="772" y="263"/>
                </a:lnTo>
                <a:lnTo>
                  <a:pt x="800" y="246"/>
                </a:lnTo>
                <a:lnTo>
                  <a:pt x="829" y="229"/>
                </a:lnTo>
                <a:lnTo>
                  <a:pt x="861" y="210"/>
                </a:lnTo>
                <a:lnTo>
                  <a:pt x="895" y="191"/>
                </a:lnTo>
                <a:lnTo>
                  <a:pt x="929" y="171"/>
                </a:lnTo>
                <a:lnTo>
                  <a:pt x="965" y="151"/>
                </a:lnTo>
                <a:lnTo>
                  <a:pt x="1001" y="133"/>
                </a:lnTo>
                <a:lnTo>
                  <a:pt x="1040" y="114"/>
                </a:lnTo>
                <a:lnTo>
                  <a:pt x="1077" y="97"/>
                </a:lnTo>
                <a:lnTo>
                  <a:pt x="1115" y="79"/>
                </a:lnTo>
                <a:lnTo>
                  <a:pt x="1152" y="64"/>
                </a:lnTo>
                <a:lnTo>
                  <a:pt x="1188" y="50"/>
                </a:lnTo>
                <a:lnTo>
                  <a:pt x="1224" y="39"/>
                </a:lnTo>
                <a:lnTo>
                  <a:pt x="1258" y="29"/>
                </a:lnTo>
                <a:lnTo>
                  <a:pt x="1291" y="22"/>
                </a:lnTo>
                <a:lnTo>
                  <a:pt x="1321" y="17"/>
                </a:lnTo>
                <a:lnTo>
                  <a:pt x="1351" y="15"/>
                </a:lnTo>
                <a:close/>
                <a:moveTo>
                  <a:pt x="2283" y="0"/>
                </a:moveTo>
                <a:lnTo>
                  <a:pt x="2308" y="0"/>
                </a:lnTo>
                <a:lnTo>
                  <a:pt x="2333" y="3"/>
                </a:lnTo>
                <a:lnTo>
                  <a:pt x="2360" y="11"/>
                </a:lnTo>
                <a:lnTo>
                  <a:pt x="2386" y="22"/>
                </a:lnTo>
                <a:lnTo>
                  <a:pt x="2415" y="37"/>
                </a:lnTo>
                <a:lnTo>
                  <a:pt x="2446" y="56"/>
                </a:lnTo>
                <a:lnTo>
                  <a:pt x="2477" y="80"/>
                </a:lnTo>
                <a:lnTo>
                  <a:pt x="2512" y="110"/>
                </a:lnTo>
                <a:lnTo>
                  <a:pt x="2551" y="144"/>
                </a:lnTo>
                <a:lnTo>
                  <a:pt x="2589" y="176"/>
                </a:lnTo>
                <a:lnTo>
                  <a:pt x="2625" y="208"/>
                </a:lnTo>
                <a:lnTo>
                  <a:pt x="2660" y="239"/>
                </a:lnTo>
                <a:lnTo>
                  <a:pt x="2692" y="268"/>
                </a:lnTo>
                <a:lnTo>
                  <a:pt x="2724" y="295"/>
                </a:lnTo>
                <a:lnTo>
                  <a:pt x="2753" y="322"/>
                </a:lnTo>
                <a:lnTo>
                  <a:pt x="2780" y="346"/>
                </a:lnTo>
                <a:lnTo>
                  <a:pt x="2804" y="366"/>
                </a:lnTo>
                <a:lnTo>
                  <a:pt x="2825" y="385"/>
                </a:lnTo>
                <a:lnTo>
                  <a:pt x="2843" y="401"/>
                </a:lnTo>
                <a:lnTo>
                  <a:pt x="2857" y="414"/>
                </a:lnTo>
                <a:lnTo>
                  <a:pt x="2868" y="423"/>
                </a:lnTo>
                <a:lnTo>
                  <a:pt x="2875" y="430"/>
                </a:lnTo>
                <a:lnTo>
                  <a:pt x="2877" y="432"/>
                </a:lnTo>
                <a:lnTo>
                  <a:pt x="2879" y="433"/>
                </a:lnTo>
                <a:lnTo>
                  <a:pt x="2885" y="435"/>
                </a:lnTo>
                <a:lnTo>
                  <a:pt x="2895" y="439"/>
                </a:lnTo>
                <a:lnTo>
                  <a:pt x="2909" y="444"/>
                </a:lnTo>
                <a:lnTo>
                  <a:pt x="2925" y="449"/>
                </a:lnTo>
                <a:lnTo>
                  <a:pt x="2942" y="455"/>
                </a:lnTo>
                <a:lnTo>
                  <a:pt x="2962" y="458"/>
                </a:lnTo>
                <a:lnTo>
                  <a:pt x="2981" y="461"/>
                </a:lnTo>
                <a:lnTo>
                  <a:pt x="3002" y="461"/>
                </a:lnTo>
                <a:lnTo>
                  <a:pt x="3022" y="460"/>
                </a:lnTo>
                <a:lnTo>
                  <a:pt x="3044" y="457"/>
                </a:lnTo>
                <a:lnTo>
                  <a:pt x="3070" y="451"/>
                </a:lnTo>
                <a:lnTo>
                  <a:pt x="3099" y="446"/>
                </a:lnTo>
                <a:lnTo>
                  <a:pt x="3132" y="439"/>
                </a:lnTo>
                <a:lnTo>
                  <a:pt x="3167" y="432"/>
                </a:lnTo>
                <a:lnTo>
                  <a:pt x="3203" y="424"/>
                </a:lnTo>
                <a:lnTo>
                  <a:pt x="3240" y="415"/>
                </a:lnTo>
                <a:lnTo>
                  <a:pt x="3278" y="407"/>
                </a:lnTo>
                <a:lnTo>
                  <a:pt x="3316" y="398"/>
                </a:lnTo>
                <a:lnTo>
                  <a:pt x="3353" y="389"/>
                </a:lnTo>
                <a:lnTo>
                  <a:pt x="3391" y="380"/>
                </a:lnTo>
                <a:lnTo>
                  <a:pt x="3425" y="372"/>
                </a:lnTo>
                <a:lnTo>
                  <a:pt x="3458" y="363"/>
                </a:lnTo>
                <a:lnTo>
                  <a:pt x="3488" y="356"/>
                </a:lnTo>
                <a:lnTo>
                  <a:pt x="3515" y="350"/>
                </a:lnTo>
                <a:lnTo>
                  <a:pt x="3539" y="343"/>
                </a:lnTo>
                <a:lnTo>
                  <a:pt x="3557" y="339"/>
                </a:lnTo>
                <a:lnTo>
                  <a:pt x="3572" y="336"/>
                </a:lnTo>
                <a:lnTo>
                  <a:pt x="3581" y="332"/>
                </a:lnTo>
                <a:lnTo>
                  <a:pt x="3584" y="332"/>
                </a:lnTo>
                <a:lnTo>
                  <a:pt x="3584" y="1458"/>
                </a:lnTo>
                <a:lnTo>
                  <a:pt x="3580" y="1458"/>
                </a:lnTo>
                <a:lnTo>
                  <a:pt x="3571" y="1460"/>
                </a:lnTo>
                <a:lnTo>
                  <a:pt x="3556" y="1464"/>
                </a:lnTo>
                <a:lnTo>
                  <a:pt x="3537" y="1467"/>
                </a:lnTo>
                <a:lnTo>
                  <a:pt x="3514" y="1472"/>
                </a:lnTo>
                <a:lnTo>
                  <a:pt x="3489" y="1477"/>
                </a:lnTo>
                <a:lnTo>
                  <a:pt x="3461" y="1482"/>
                </a:lnTo>
                <a:lnTo>
                  <a:pt x="3434" y="1488"/>
                </a:lnTo>
                <a:lnTo>
                  <a:pt x="3407" y="1493"/>
                </a:lnTo>
                <a:lnTo>
                  <a:pt x="3381" y="1499"/>
                </a:lnTo>
                <a:lnTo>
                  <a:pt x="3356" y="1503"/>
                </a:lnTo>
                <a:lnTo>
                  <a:pt x="3335" y="1506"/>
                </a:lnTo>
                <a:lnTo>
                  <a:pt x="3317" y="1510"/>
                </a:lnTo>
                <a:lnTo>
                  <a:pt x="3304" y="1512"/>
                </a:lnTo>
                <a:lnTo>
                  <a:pt x="3290" y="1514"/>
                </a:lnTo>
                <a:lnTo>
                  <a:pt x="3273" y="1517"/>
                </a:lnTo>
                <a:lnTo>
                  <a:pt x="3251" y="1522"/>
                </a:lnTo>
                <a:lnTo>
                  <a:pt x="3228" y="1525"/>
                </a:lnTo>
                <a:lnTo>
                  <a:pt x="3202" y="1528"/>
                </a:lnTo>
                <a:lnTo>
                  <a:pt x="3173" y="1528"/>
                </a:lnTo>
                <a:lnTo>
                  <a:pt x="3145" y="1527"/>
                </a:lnTo>
                <a:lnTo>
                  <a:pt x="3115" y="1523"/>
                </a:lnTo>
                <a:lnTo>
                  <a:pt x="3085" y="1514"/>
                </a:lnTo>
                <a:lnTo>
                  <a:pt x="3055" y="1502"/>
                </a:lnTo>
                <a:lnTo>
                  <a:pt x="3026" y="1483"/>
                </a:lnTo>
                <a:lnTo>
                  <a:pt x="2998" y="1459"/>
                </a:lnTo>
                <a:lnTo>
                  <a:pt x="2979" y="1441"/>
                </a:lnTo>
                <a:lnTo>
                  <a:pt x="2957" y="1419"/>
                </a:lnTo>
                <a:lnTo>
                  <a:pt x="2933" y="1395"/>
                </a:lnTo>
                <a:lnTo>
                  <a:pt x="2907" y="1368"/>
                </a:lnTo>
                <a:lnTo>
                  <a:pt x="2878" y="1339"/>
                </a:lnTo>
                <a:lnTo>
                  <a:pt x="2848" y="1308"/>
                </a:lnTo>
                <a:lnTo>
                  <a:pt x="2816" y="1276"/>
                </a:lnTo>
                <a:lnTo>
                  <a:pt x="2783" y="1242"/>
                </a:lnTo>
                <a:lnTo>
                  <a:pt x="2749" y="1207"/>
                </a:lnTo>
                <a:lnTo>
                  <a:pt x="2714" y="1171"/>
                </a:lnTo>
                <a:lnTo>
                  <a:pt x="2678" y="1135"/>
                </a:lnTo>
                <a:lnTo>
                  <a:pt x="2642" y="1098"/>
                </a:lnTo>
                <a:lnTo>
                  <a:pt x="2607" y="1061"/>
                </a:lnTo>
                <a:lnTo>
                  <a:pt x="2571" y="1025"/>
                </a:lnTo>
                <a:lnTo>
                  <a:pt x="2536" y="989"/>
                </a:lnTo>
                <a:lnTo>
                  <a:pt x="2501" y="953"/>
                </a:lnTo>
                <a:lnTo>
                  <a:pt x="2469" y="919"/>
                </a:lnTo>
                <a:lnTo>
                  <a:pt x="2436" y="887"/>
                </a:lnTo>
                <a:lnTo>
                  <a:pt x="2405" y="855"/>
                </a:lnTo>
                <a:lnTo>
                  <a:pt x="2376" y="824"/>
                </a:lnTo>
                <a:lnTo>
                  <a:pt x="2350" y="797"/>
                </a:lnTo>
                <a:lnTo>
                  <a:pt x="2325" y="772"/>
                </a:lnTo>
                <a:lnTo>
                  <a:pt x="2303" y="749"/>
                </a:lnTo>
                <a:lnTo>
                  <a:pt x="2283" y="728"/>
                </a:lnTo>
                <a:lnTo>
                  <a:pt x="2266" y="711"/>
                </a:lnTo>
                <a:lnTo>
                  <a:pt x="2253" y="698"/>
                </a:lnTo>
                <a:lnTo>
                  <a:pt x="2243" y="688"/>
                </a:lnTo>
                <a:lnTo>
                  <a:pt x="2237" y="682"/>
                </a:lnTo>
                <a:lnTo>
                  <a:pt x="2235" y="679"/>
                </a:lnTo>
                <a:lnTo>
                  <a:pt x="2233" y="677"/>
                </a:lnTo>
                <a:lnTo>
                  <a:pt x="2229" y="674"/>
                </a:lnTo>
                <a:lnTo>
                  <a:pt x="2221" y="667"/>
                </a:lnTo>
                <a:lnTo>
                  <a:pt x="2211" y="661"/>
                </a:lnTo>
                <a:lnTo>
                  <a:pt x="2197" y="653"/>
                </a:lnTo>
                <a:lnTo>
                  <a:pt x="2182" y="646"/>
                </a:lnTo>
                <a:lnTo>
                  <a:pt x="2163" y="638"/>
                </a:lnTo>
                <a:lnTo>
                  <a:pt x="2143" y="632"/>
                </a:lnTo>
                <a:lnTo>
                  <a:pt x="2119" y="629"/>
                </a:lnTo>
                <a:lnTo>
                  <a:pt x="2092" y="628"/>
                </a:lnTo>
                <a:lnTo>
                  <a:pt x="2065" y="631"/>
                </a:lnTo>
                <a:lnTo>
                  <a:pt x="2035" y="638"/>
                </a:lnTo>
                <a:lnTo>
                  <a:pt x="2002" y="649"/>
                </a:lnTo>
                <a:lnTo>
                  <a:pt x="1968" y="665"/>
                </a:lnTo>
                <a:lnTo>
                  <a:pt x="1929" y="687"/>
                </a:lnTo>
                <a:lnTo>
                  <a:pt x="1887" y="709"/>
                </a:lnTo>
                <a:lnTo>
                  <a:pt x="1845" y="733"/>
                </a:lnTo>
                <a:lnTo>
                  <a:pt x="1800" y="756"/>
                </a:lnTo>
                <a:lnTo>
                  <a:pt x="1756" y="780"/>
                </a:lnTo>
                <a:lnTo>
                  <a:pt x="1713" y="804"/>
                </a:lnTo>
                <a:lnTo>
                  <a:pt x="1670" y="827"/>
                </a:lnTo>
                <a:lnTo>
                  <a:pt x="1630" y="848"/>
                </a:lnTo>
                <a:lnTo>
                  <a:pt x="1592" y="868"/>
                </a:lnTo>
                <a:lnTo>
                  <a:pt x="1557" y="887"/>
                </a:lnTo>
                <a:lnTo>
                  <a:pt x="1526" y="902"/>
                </a:lnTo>
                <a:lnTo>
                  <a:pt x="1500" y="916"/>
                </a:lnTo>
                <a:lnTo>
                  <a:pt x="1473" y="932"/>
                </a:lnTo>
                <a:lnTo>
                  <a:pt x="1444" y="944"/>
                </a:lnTo>
                <a:lnTo>
                  <a:pt x="1414" y="952"/>
                </a:lnTo>
                <a:lnTo>
                  <a:pt x="1381" y="954"/>
                </a:lnTo>
                <a:lnTo>
                  <a:pt x="1344" y="951"/>
                </a:lnTo>
                <a:lnTo>
                  <a:pt x="1309" y="941"/>
                </a:lnTo>
                <a:lnTo>
                  <a:pt x="1277" y="925"/>
                </a:lnTo>
                <a:lnTo>
                  <a:pt x="1249" y="904"/>
                </a:lnTo>
                <a:lnTo>
                  <a:pt x="1224" y="878"/>
                </a:lnTo>
                <a:lnTo>
                  <a:pt x="1203" y="848"/>
                </a:lnTo>
                <a:lnTo>
                  <a:pt x="1188" y="816"/>
                </a:lnTo>
                <a:lnTo>
                  <a:pt x="1179" y="779"/>
                </a:lnTo>
                <a:lnTo>
                  <a:pt x="1176" y="740"/>
                </a:lnTo>
                <a:lnTo>
                  <a:pt x="1178" y="707"/>
                </a:lnTo>
                <a:lnTo>
                  <a:pt x="1186" y="674"/>
                </a:lnTo>
                <a:lnTo>
                  <a:pt x="1198" y="644"/>
                </a:lnTo>
                <a:lnTo>
                  <a:pt x="1214" y="617"/>
                </a:lnTo>
                <a:lnTo>
                  <a:pt x="1234" y="592"/>
                </a:lnTo>
                <a:lnTo>
                  <a:pt x="1257" y="570"/>
                </a:lnTo>
                <a:lnTo>
                  <a:pt x="1283" y="553"/>
                </a:lnTo>
                <a:lnTo>
                  <a:pt x="1311" y="540"/>
                </a:lnTo>
                <a:lnTo>
                  <a:pt x="1352" y="515"/>
                </a:lnTo>
                <a:lnTo>
                  <a:pt x="1396" y="487"/>
                </a:lnTo>
                <a:lnTo>
                  <a:pt x="1444" y="458"/>
                </a:lnTo>
                <a:lnTo>
                  <a:pt x="1496" y="427"/>
                </a:lnTo>
                <a:lnTo>
                  <a:pt x="1549" y="396"/>
                </a:lnTo>
                <a:lnTo>
                  <a:pt x="1604" y="363"/>
                </a:lnTo>
                <a:lnTo>
                  <a:pt x="1660" y="329"/>
                </a:lnTo>
                <a:lnTo>
                  <a:pt x="1718" y="295"/>
                </a:lnTo>
                <a:lnTo>
                  <a:pt x="1775" y="262"/>
                </a:lnTo>
                <a:lnTo>
                  <a:pt x="1832" y="229"/>
                </a:lnTo>
                <a:lnTo>
                  <a:pt x="1887" y="197"/>
                </a:lnTo>
                <a:lnTo>
                  <a:pt x="1941" y="167"/>
                </a:lnTo>
                <a:lnTo>
                  <a:pt x="1992" y="137"/>
                </a:lnTo>
                <a:lnTo>
                  <a:pt x="2040" y="109"/>
                </a:lnTo>
                <a:lnTo>
                  <a:pt x="2085" y="84"/>
                </a:lnTo>
                <a:lnTo>
                  <a:pt x="2125" y="62"/>
                </a:lnTo>
                <a:lnTo>
                  <a:pt x="2160" y="41"/>
                </a:lnTo>
                <a:lnTo>
                  <a:pt x="2186" y="28"/>
                </a:lnTo>
                <a:lnTo>
                  <a:pt x="2211" y="17"/>
                </a:lnTo>
                <a:lnTo>
                  <a:pt x="2235" y="8"/>
                </a:lnTo>
                <a:lnTo>
                  <a:pt x="2259" y="3"/>
                </a:lnTo>
                <a:lnTo>
                  <a:pt x="228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IN" sz="2800" dirty="0"/>
          </a:p>
        </p:txBody>
      </p:sp>
      <p:grpSp>
        <p:nvGrpSpPr>
          <p:cNvPr id="58" name="Group 23"/>
          <p:cNvGrpSpPr/>
          <p:nvPr/>
        </p:nvGrpSpPr>
        <p:grpSpPr>
          <a:xfrm>
            <a:off x="5836474" y="2353220"/>
            <a:ext cx="541464" cy="485873"/>
            <a:chOff x="5159473" y="2453350"/>
            <a:chExt cx="684000" cy="613776"/>
          </a:xfrm>
          <a:solidFill>
            <a:schemeClr val="bg1"/>
          </a:solidFill>
        </p:grpSpPr>
        <p:sp>
          <p:nvSpPr>
            <p:cNvPr id="59" name="Freeform 42"/>
            <p:cNvSpPr/>
            <p:nvPr/>
          </p:nvSpPr>
          <p:spPr bwMode="auto">
            <a:xfrm>
              <a:off x="5208144" y="2657709"/>
              <a:ext cx="117461" cy="315257"/>
            </a:xfrm>
            <a:custGeom>
              <a:avLst/>
              <a:gdLst>
                <a:gd name="T0" fmla="*/ 151 w 725"/>
                <a:gd name="T1" fmla="*/ 0 h 1806"/>
                <a:gd name="T2" fmla="*/ 574 w 725"/>
                <a:gd name="T3" fmla="*/ 0 h 1806"/>
                <a:gd name="T4" fmla="*/ 608 w 725"/>
                <a:gd name="T5" fmla="*/ 3 h 1806"/>
                <a:gd name="T6" fmla="*/ 640 w 725"/>
                <a:gd name="T7" fmla="*/ 15 h 1806"/>
                <a:gd name="T8" fmla="*/ 668 w 725"/>
                <a:gd name="T9" fmla="*/ 33 h 1806"/>
                <a:gd name="T10" fmla="*/ 691 w 725"/>
                <a:gd name="T11" fmla="*/ 56 h 1806"/>
                <a:gd name="T12" fmla="*/ 709 w 725"/>
                <a:gd name="T13" fmla="*/ 84 h 1806"/>
                <a:gd name="T14" fmla="*/ 721 w 725"/>
                <a:gd name="T15" fmla="*/ 116 h 1806"/>
                <a:gd name="T16" fmla="*/ 725 w 725"/>
                <a:gd name="T17" fmla="*/ 150 h 1806"/>
                <a:gd name="T18" fmla="*/ 725 w 725"/>
                <a:gd name="T19" fmla="*/ 1656 h 1806"/>
                <a:gd name="T20" fmla="*/ 721 w 725"/>
                <a:gd name="T21" fmla="*/ 1691 h 1806"/>
                <a:gd name="T22" fmla="*/ 709 w 725"/>
                <a:gd name="T23" fmla="*/ 1723 h 1806"/>
                <a:gd name="T24" fmla="*/ 691 w 725"/>
                <a:gd name="T25" fmla="*/ 1750 h 1806"/>
                <a:gd name="T26" fmla="*/ 668 w 725"/>
                <a:gd name="T27" fmla="*/ 1774 h 1806"/>
                <a:gd name="T28" fmla="*/ 640 w 725"/>
                <a:gd name="T29" fmla="*/ 1792 h 1806"/>
                <a:gd name="T30" fmla="*/ 608 w 725"/>
                <a:gd name="T31" fmla="*/ 1802 h 1806"/>
                <a:gd name="T32" fmla="*/ 574 w 725"/>
                <a:gd name="T33" fmla="*/ 1806 h 1806"/>
                <a:gd name="T34" fmla="*/ 151 w 725"/>
                <a:gd name="T35" fmla="*/ 1806 h 1806"/>
                <a:gd name="T36" fmla="*/ 116 w 725"/>
                <a:gd name="T37" fmla="*/ 1802 h 1806"/>
                <a:gd name="T38" fmla="*/ 85 w 725"/>
                <a:gd name="T39" fmla="*/ 1792 h 1806"/>
                <a:gd name="T40" fmla="*/ 56 w 725"/>
                <a:gd name="T41" fmla="*/ 1774 h 1806"/>
                <a:gd name="T42" fmla="*/ 33 w 725"/>
                <a:gd name="T43" fmla="*/ 1750 h 1806"/>
                <a:gd name="T44" fmla="*/ 16 w 725"/>
                <a:gd name="T45" fmla="*/ 1723 h 1806"/>
                <a:gd name="T46" fmla="*/ 4 w 725"/>
                <a:gd name="T47" fmla="*/ 1691 h 1806"/>
                <a:gd name="T48" fmla="*/ 0 w 725"/>
                <a:gd name="T49" fmla="*/ 1656 h 1806"/>
                <a:gd name="T50" fmla="*/ 0 w 725"/>
                <a:gd name="T51" fmla="*/ 150 h 1806"/>
                <a:gd name="T52" fmla="*/ 4 w 725"/>
                <a:gd name="T53" fmla="*/ 116 h 1806"/>
                <a:gd name="T54" fmla="*/ 16 w 725"/>
                <a:gd name="T55" fmla="*/ 84 h 1806"/>
                <a:gd name="T56" fmla="*/ 33 w 725"/>
                <a:gd name="T57" fmla="*/ 56 h 1806"/>
                <a:gd name="T58" fmla="*/ 56 w 725"/>
                <a:gd name="T59" fmla="*/ 33 h 1806"/>
                <a:gd name="T60" fmla="*/ 85 w 725"/>
                <a:gd name="T61" fmla="*/ 15 h 1806"/>
                <a:gd name="T62" fmla="*/ 116 w 725"/>
                <a:gd name="T63" fmla="*/ 3 h 1806"/>
                <a:gd name="T64" fmla="*/ 151 w 725"/>
                <a:gd name="T65" fmla="*/ 0 h 1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5" h="1806">
                  <a:moveTo>
                    <a:pt x="151" y="0"/>
                  </a:moveTo>
                  <a:lnTo>
                    <a:pt x="574" y="0"/>
                  </a:lnTo>
                  <a:lnTo>
                    <a:pt x="608" y="3"/>
                  </a:lnTo>
                  <a:lnTo>
                    <a:pt x="640" y="15"/>
                  </a:lnTo>
                  <a:lnTo>
                    <a:pt x="668" y="33"/>
                  </a:lnTo>
                  <a:lnTo>
                    <a:pt x="691" y="56"/>
                  </a:lnTo>
                  <a:lnTo>
                    <a:pt x="709" y="84"/>
                  </a:lnTo>
                  <a:lnTo>
                    <a:pt x="721" y="116"/>
                  </a:lnTo>
                  <a:lnTo>
                    <a:pt x="725" y="150"/>
                  </a:lnTo>
                  <a:lnTo>
                    <a:pt x="725" y="1656"/>
                  </a:lnTo>
                  <a:lnTo>
                    <a:pt x="721" y="1691"/>
                  </a:lnTo>
                  <a:lnTo>
                    <a:pt x="709" y="1723"/>
                  </a:lnTo>
                  <a:lnTo>
                    <a:pt x="691" y="1750"/>
                  </a:lnTo>
                  <a:lnTo>
                    <a:pt x="668" y="1774"/>
                  </a:lnTo>
                  <a:lnTo>
                    <a:pt x="640" y="1792"/>
                  </a:lnTo>
                  <a:lnTo>
                    <a:pt x="608" y="1802"/>
                  </a:lnTo>
                  <a:lnTo>
                    <a:pt x="574" y="1806"/>
                  </a:lnTo>
                  <a:lnTo>
                    <a:pt x="151" y="1806"/>
                  </a:lnTo>
                  <a:lnTo>
                    <a:pt x="116" y="1802"/>
                  </a:lnTo>
                  <a:lnTo>
                    <a:pt x="85" y="1792"/>
                  </a:lnTo>
                  <a:lnTo>
                    <a:pt x="56" y="1774"/>
                  </a:lnTo>
                  <a:lnTo>
                    <a:pt x="33" y="1750"/>
                  </a:lnTo>
                  <a:lnTo>
                    <a:pt x="16" y="1723"/>
                  </a:lnTo>
                  <a:lnTo>
                    <a:pt x="4" y="1691"/>
                  </a:lnTo>
                  <a:lnTo>
                    <a:pt x="0" y="1656"/>
                  </a:lnTo>
                  <a:lnTo>
                    <a:pt x="0" y="150"/>
                  </a:lnTo>
                  <a:lnTo>
                    <a:pt x="4" y="116"/>
                  </a:lnTo>
                  <a:lnTo>
                    <a:pt x="16" y="84"/>
                  </a:lnTo>
                  <a:lnTo>
                    <a:pt x="33" y="56"/>
                  </a:lnTo>
                  <a:lnTo>
                    <a:pt x="56" y="33"/>
                  </a:lnTo>
                  <a:lnTo>
                    <a:pt x="85" y="15"/>
                  </a:lnTo>
                  <a:lnTo>
                    <a:pt x="116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0" name="Freeform 43"/>
            <p:cNvSpPr/>
            <p:nvPr/>
          </p:nvSpPr>
          <p:spPr bwMode="auto">
            <a:xfrm>
              <a:off x="5364543" y="2453350"/>
              <a:ext cx="117461" cy="519617"/>
            </a:xfrm>
            <a:custGeom>
              <a:avLst/>
              <a:gdLst>
                <a:gd name="T0" fmla="*/ 150 w 724"/>
                <a:gd name="T1" fmla="*/ 0 h 2980"/>
                <a:gd name="T2" fmla="*/ 574 w 724"/>
                <a:gd name="T3" fmla="*/ 0 h 2980"/>
                <a:gd name="T4" fmla="*/ 609 w 724"/>
                <a:gd name="T5" fmla="*/ 3 h 2980"/>
                <a:gd name="T6" fmla="*/ 640 w 724"/>
                <a:gd name="T7" fmla="*/ 15 h 2980"/>
                <a:gd name="T8" fmla="*/ 668 w 724"/>
                <a:gd name="T9" fmla="*/ 33 h 2980"/>
                <a:gd name="T10" fmla="*/ 691 w 724"/>
                <a:gd name="T11" fmla="*/ 56 h 2980"/>
                <a:gd name="T12" fmla="*/ 709 w 724"/>
                <a:gd name="T13" fmla="*/ 84 h 2980"/>
                <a:gd name="T14" fmla="*/ 720 w 724"/>
                <a:gd name="T15" fmla="*/ 116 h 2980"/>
                <a:gd name="T16" fmla="*/ 724 w 724"/>
                <a:gd name="T17" fmla="*/ 150 h 2980"/>
                <a:gd name="T18" fmla="*/ 724 w 724"/>
                <a:gd name="T19" fmla="*/ 2830 h 2980"/>
                <a:gd name="T20" fmla="*/ 720 w 724"/>
                <a:gd name="T21" fmla="*/ 2865 h 2980"/>
                <a:gd name="T22" fmla="*/ 709 w 724"/>
                <a:gd name="T23" fmla="*/ 2897 h 2980"/>
                <a:gd name="T24" fmla="*/ 691 w 724"/>
                <a:gd name="T25" fmla="*/ 2924 h 2980"/>
                <a:gd name="T26" fmla="*/ 668 w 724"/>
                <a:gd name="T27" fmla="*/ 2948 h 2980"/>
                <a:gd name="T28" fmla="*/ 640 w 724"/>
                <a:gd name="T29" fmla="*/ 2966 h 2980"/>
                <a:gd name="T30" fmla="*/ 609 w 724"/>
                <a:gd name="T31" fmla="*/ 2976 h 2980"/>
                <a:gd name="T32" fmla="*/ 574 w 724"/>
                <a:gd name="T33" fmla="*/ 2980 h 2980"/>
                <a:gd name="T34" fmla="*/ 150 w 724"/>
                <a:gd name="T35" fmla="*/ 2980 h 2980"/>
                <a:gd name="T36" fmla="*/ 116 w 724"/>
                <a:gd name="T37" fmla="*/ 2976 h 2980"/>
                <a:gd name="T38" fmla="*/ 84 w 724"/>
                <a:gd name="T39" fmla="*/ 2966 h 2980"/>
                <a:gd name="T40" fmla="*/ 56 w 724"/>
                <a:gd name="T41" fmla="*/ 2948 h 2980"/>
                <a:gd name="T42" fmla="*/ 33 w 724"/>
                <a:gd name="T43" fmla="*/ 2924 h 2980"/>
                <a:gd name="T44" fmla="*/ 15 w 724"/>
                <a:gd name="T45" fmla="*/ 2897 h 2980"/>
                <a:gd name="T46" fmla="*/ 3 w 724"/>
                <a:gd name="T47" fmla="*/ 2865 h 2980"/>
                <a:gd name="T48" fmla="*/ 0 w 724"/>
                <a:gd name="T49" fmla="*/ 2830 h 2980"/>
                <a:gd name="T50" fmla="*/ 0 w 724"/>
                <a:gd name="T51" fmla="*/ 150 h 2980"/>
                <a:gd name="T52" fmla="*/ 3 w 724"/>
                <a:gd name="T53" fmla="*/ 116 h 2980"/>
                <a:gd name="T54" fmla="*/ 15 w 724"/>
                <a:gd name="T55" fmla="*/ 84 h 2980"/>
                <a:gd name="T56" fmla="*/ 33 w 724"/>
                <a:gd name="T57" fmla="*/ 56 h 2980"/>
                <a:gd name="T58" fmla="*/ 56 w 724"/>
                <a:gd name="T59" fmla="*/ 33 h 2980"/>
                <a:gd name="T60" fmla="*/ 84 w 724"/>
                <a:gd name="T61" fmla="*/ 15 h 2980"/>
                <a:gd name="T62" fmla="*/ 116 w 724"/>
                <a:gd name="T63" fmla="*/ 3 h 2980"/>
                <a:gd name="T64" fmla="*/ 150 w 724"/>
                <a:gd name="T65" fmla="*/ 0 h 2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4" h="2980">
                  <a:moveTo>
                    <a:pt x="150" y="0"/>
                  </a:moveTo>
                  <a:lnTo>
                    <a:pt x="574" y="0"/>
                  </a:lnTo>
                  <a:lnTo>
                    <a:pt x="609" y="3"/>
                  </a:lnTo>
                  <a:lnTo>
                    <a:pt x="640" y="15"/>
                  </a:lnTo>
                  <a:lnTo>
                    <a:pt x="668" y="33"/>
                  </a:lnTo>
                  <a:lnTo>
                    <a:pt x="691" y="56"/>
                  </a:lnTo>
                  <a:lnTo>
                    <a:pt x="709" y="84"/>
                  </a:lnTo>
                  <a:lnTo>
                    <a:pt x="720" y="116"/>
                  </a:lnTo>
                  <a:lnTo>
                    <a:pt x="724" y="150"/>
                  </a:lnTo>
                  <a:lnTo>
                    <a:pt x="724" y="2830"/>
                  </a:lnTo>
                  <a:lnTo>
                    <a:pt x="720" y="2865"/>
                  </a:lnTo>
                  <a:lnTo>
                    <a:pt x="709" y="2897"/>
                  </a:lnTo>
                  <a:lnTo>
                    <a:pt x="691" y="2924"/>
                  </a:lnTo>
                  <a:lnTo>
                    <a:pt x="668" y="2948"/>
                  </a:lnTo>
                  <a:lnTo>
                    <a:pt x="640" y="2966"/>
                  </a:lnTo>
                  <a:lnTo>
                    <a:pt x="609" y="2976"/>
                  </a:lnTo>
                  <a:lnTo>
                    <a:pt x="574" y="2980"/>
                  </a:lnTo>
                  <a:lnTo>
                    <a:pt x="150" y="2980"/>
                  </a:lnTo>
                  <a:lnTo>
                    <a:pt x="116" y="2976"/>
                  </a:lnTo>
                  <a:lnTo>
                    <a:pt x="84" y="2966"/>
                  </a:lnTo>
                  <a:lnTo>
                    <a:pt x="56" y="2948"/>
                  </a:lnTo>
                  <a:lnTo>
                    <a:pt x="33" y="2924"/>
                  </a:lnTo>
                  <a:lnTo>
                    <a:pt x="15" y="2897"/>
                  </a:lnTo>
                  <a:lnTo>
                    <a:pt x="3" y="2865"/>
                  </a:lnTo>
                  <a:lnTo>
                    <a:pt x="0" y="2830"/>
                  </a:lnTo>
                  <a:lnTo>
                    <a:pt x="0" y="150"/>
                  </a:lnTo>
                  <a:lnTo>
                    <a:pt x="3" y="116"/>
                  </a:lnTo>
                  <a:lnTo>
                    <a:pt x="15" y="84"/>
                  </a:lnTo>
                  <a:lnTo>
                    <a:pt x="33" y="56"/>
                  </a:lnTo>
                  <a:lnTo>
                    <a:pt x="56" y="33"/>
                  </a:lnTo>
                  <a:lnTo>
                    <a:pt x="84" y="15"/>
                  </a:lnTo>
                  <a:lnTo>
                    <a:pt x="116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1" name="Freeform 44"/>
            <p:cNvSpPr/>
            <p:nvPr/>
          </p:nvSpPr>
          <p:spPr bwMode="auto">
            <a:xfrm>
              <a:off x="5520942" y="2568433"/>
              <a:ext cx="117461" cy="404534"/>
            </a:xfrm>
            <a:custGeom>
              <a:avLst/>
              <a:gdLst>
                <a:gd name="T0" fmla="*/ 181 w 724"/>
                <a:gd name="T1" fmla="*/ 180 h 2317"/>
                <a:gd name="T2" fmla="*/ 181 w 724"/>
                <a:gd name="T3" fmla="*/ 2137 h 2317"/>
                <a:gd name="T4" fmla="*/ 544 w 724"/>
                <a:gd name="T5" fmla="*/ 2137 h 2317"/>
                <a:gd name="T6" fmla="*/ 544 w 724"/>
                <a:gd name="T7" fmla="*/ 180 h 2317"/>
                <a:gd name="T8" fmla="*/ 181 w 724"/>
                <a:gd name="T9" fmla="*/ 180 h 2317"/>
                <a:gd name="T10" fmla="*/ 151 w 724"/>
                <a:gd name="T11" fmla="*/ 0 h 2317"/>
                <a:gd name="T12" fmla="*/ 575 w 724"/>
                <a:gd name="T13" fmla="*/ 0 h 2317"/>
                <a:gd name="T14" fmla="*/ 609 w 724"/>
                <a:gd name="T15" fmla="*/ 3 h 2317"/>
                <a:gd name="T16" fmla="*/ 640 w 724"/>
                <a:gd name="T17" fmla="*/ 15 h 2317"/>
                <a:gd name="T18" fmla="*/ 668 w 724"/>
                <a:gd name="T19" fmla="*/ 31 h 2317"/>
                <a:gd name="T20" fmla="*/ 692 w 724"/>
                <a:gd name="T21" fmla="*/ 56 h 2317"/>
                <a:gd name="T22" fmla="*/ 709 w 724"/>
                <a:gd name="T23" fmla="*/ 84 h 2317"/>
                <a:gd name="T24" fmla="*/ 720 w 724"/>
                <a:gd name="T25" fmla="*/ 115 h 2317"/>
                <a:gd name="T26" fmla="*/ 724 w 724"/>
                <a:gd name="T27" fmla="*/ 149 h 2317"/>
                <a:gd name="T28" fmla="*/ 724 w 724"/>
                <a:gd name="T29" fmla="*/ 2167 h 2317"/>
                <a:gd name="T30" fmla="*/ 720 w 724"/>
                <a:gd name="T31" fmla="*/ 2202 h 2317"/>
                <a:gd name="T32" fmla="*/ 709 w 724"/>
                <a:gd name="T33" fmla="*/ 2234 h 2317"/>
                <a:gd name="T34" fmla="*/ 692 w 724"/>
                <a:gd name="T35" fmla="*/ 2261 h 2317"/>
                <a:gd name="T36" fmla="*/ 668 w 724"/>
                <a:gd name="T37" fmla="*/ 2285 h 2317"/>
                <a:gd name="T38" fmla="*/ 640 w 724"/>
                <a:gd name="T39" fmla="*/ 2303 h 2317"/>
                <a:gd name="T40" fmla="*/ 609 w 724"/>
                <a:gd name="T41" fmla="*/ 2313 h 2317"/>
                <a:gd name="T42" fmla="*/ 575 w 724"/>
                <a:gd name="T43" fmla="*/ 2317 h 2317"/>
                <a:gd name="T44" fmla="*/ 151 w 724"/>
                <a:gd name="T45" fmla="*/ 2317 h 2317"/>
                <a:gd name="T46" fmla="*/ 116 w 724"/>
                <a:gd name="T47" fmla="*/ 2313 h 2317"/>
                <a:gd name="T48" fmla="*/ 84 w 724"/>
                <a:gd name="T49" fmla="*/ 2303 h 2317"/>
                <a:gd name="T50" fmla="*/ 56 w 724"/>
                <a:gd name="T51" fmla="*/ 2285 h 2317"/>
                <a:gd name="T52" fmla="*/ 33 w 724"/>
                <a:gd name="T53" fmla="*/ 2261 h 2317"/>
                <a:gd name="T54" fmla="*/ 15 w 724"/>
                <a:gd name="T55" fmla="*/ 2234 h 2317"/>
                <a:gd name="T56" fmla="*/ 5 w 724"/>
                <a:gd name="T57" fmla="*/ 2202 h 2317"/>
                <a:gd name="T58" fmla="*/ 0 w 724"/>
                <a:gd name="T59" fmla="*/ 2167 h 2317"/>
                <a:gd name="T60" fmla="*/ 0 w 724"/>
                <a:gd name="T61" fmla="*/ 149 h 2317"/>
                <a:gd name="T62" fmla="*/ 5 w 724"/>
                <a:gd name="T63" fmla="*/ 115 h 2317"/>
                <a:gd name="T64" fmla="*/ 15 w 724"/>
                <a:gd name="T65" fmla="*/ 84 h 2317"/>
                <a:gd name="T66" fmla="*/ 33 w 724"/>
                <a:gd name="T67" fmla="*/ 56 h 2317"/>
                <a:gd name="T68" fmla="*/ 56 w 724"/>
                <a:gd name="T69" fmla="*/ 31 h 2317"/>
                <a:gd name="T70" fmla="*/ 84 w 724"/>
                <a:gd name="T71" fmla="*/ 15 h 2317"/>
                <a:gd name="T72" fmla="*/ 116 w 724"/>
                <a:gd name="T73" fmla="*/ 3 h 2317"/>
                <a:gd name="T74" fmla="*/ 151 w 724"/>
                <a:gd name="T75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4" h="2317">
                  <a:moveTo>
                    <a:pt x="181" y="180"/>
                  </a:moveTo>
                  <a:lnTo>
                    <a:pt x="181" y="2137"/>
                  </a:lnTo>
                  <a:lnTo>
                    <a:pt x="544" y="2137"/>
                  </a:lnTo>
                  <a:lnTo>
                    <a:pt x="544" y="180"/>
                  </a:lnTo>
                  <a:lnTo>
                    <a:pt x="181" y="180"/>
                  </a:lnTo>
                  <a:close/>
                  <a:moveTo>
                    <a:pt x="151" y="0"/>
                  </a:moveTo>
                  <a:lnTo>
                    <a:pt x="575" y="0"/>
                  </a:lnTo>
                  <a:lnTo>
                    <a:pt x="609" y="3"/>
                  </a:lnTo>
                  <a:lnTo>
                    <a:pt x="640" y="15"/>
                  </a:lnTo>
                  <a:lnTo>
                    <a:pt x="668" y="31"/>
                  </a:lnTo>
                  <a:lnTo>
                    <a:pt x="692" y="56"/>
                  </a:lnTo>
                  <a:lnTo>
                    <a:pt x="709" y="84"/>
                  </a:lnTo>
                  <a:lnTo>
                    <a:pt x="720" y="115"/>
                  </a:lnTo>
                  <a:lnTo>
                    <a:pt x="724" y="149"/>
                  </a:lnTo>
                  <a:lnTo>
                    <a:pt x="724" y="2167"/>
                  </a:lnTo>
                  <a:lnTo>
                    <a:pt x="720" y="2202"/>
                  </a:lnTo>
                  <a:lnTo>
                    <a:pt x="709" y="2234"/>
                  </a:lnTo>
                  <a:lnTo>
                    <a:pt x="692" y="2261"/>
                  </a:lnTo>
                  <a:lnTo>
                    <a:pt x="668" y="2285"/>
                  </a:lnTo>
                  <a:lnTo>
                    <a:pt x="640" y="2303"/>
                  </a:lnTo>
                  <a:lnTo>
                    <a:pt x="609" y="2313"/>
                  </a:lnTo>
                  <a:lnTo>
                    <a:pt x="575" y="2317"/>
                  </a:lnTo>
                  <a:lnTo>
                    <a:pt x="151" y="2317"/>
                  </a:lnTo>
                  <a:lnTo>
                    <a:pt x="116" y="2313"/>
                  </a:lnTo>
                  <a:lnTo>
                    <a:pt x="84" y="2303"/>
                  </a:lnTo>
                  <a:lnTo>
                    <a:pt x="56" y="2285"/>
                  </a:lnTo>
                  <a:lnTo>
                    <a:pt x="33" y="2261"/>
                  </a:lnTo>
                  <a:lnTo>
                    <a:pt x="15" y="2234"/>
                  </a:lnTo>
                  <a:lnTo>
                    <a:pt x="5" y="2202"/>
                  </a:lnTo>
                  <a:lnTo>
                    <a:pt x="0" y="2167"/>
                  </a:lnTo>
                  <a:lnTo>
                    <a:pt x="0" y="149"/>
                  </a:lnTo>
                  <a:lnTo>
                    <a:pt x="5" y="115"/>
                  </a:lnTo>
                  <a:lnTo>
                    <a:pt x="15" y="84"/>
                  </a:lnTo>
                  <a:lnTo>
                    <a:pt x="33" y="56"/>
                  </a:lnTo>
                  <a:lnTo>
                    <a:pt x="56" y="31"/>
                  </a:lnTo>
                  <a:lnTo>
                    <a:pt x="84" y="15"/>
                  </a:lnTo>
                  <a:lnTo>
                    <a:pt x="116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2" name="Freeform 45"/>
            <p:cNvSpPr/>
            <p:nvPr/>
          </p:nvSpPr>
          <p:spPr bwMode="auto">
            <a:xfrm>
              <a:off x="5679287" y="2757447"/>
              <a:ext cx="117461" cy="215519"/>
            </a:xfrm>
            <a:custGeom>
              <a:avLst/>
              <a:gdLst>
                <a:gd name="T0" fmla="*/ 151 w 725"/>
                <a:gd name="T1" fmla="*/ 0 h 1234"/>
                <a:gd name="T2" fmla="*/ 575 w 725"/>
                <a:gd name="T3" fmla="*/ 0 h 1234"/>
                <a:gd name="T4" fmla="*/ 610 w 725"/>
                <a:gd name="T5" fmla="*/ 4 h 1234"/>
                <a:gd name="T6" fmla="*/ 641 w 725"/>
                <a:gd name="T7" fmla="*/ 15 h 1234"/>
                <a:gd name="T8" fmla="*/ 669 w 725"/>
                <a:gd name="T9" fmla="*/ 33 h 1234"/>
                <a:gd name="T10" fmla="*/ 693 w 725"/>
                <a:gd name="T11" fmla="*/ 56 h 1234"/>
                <a:gd name="T12" fmla="*/ 709 w 725"/>
                <a:gd name="T13" fmla="*/ 84 h 1234"/>
                <a:gd name="T14" fmla="*/ 721 w 725"/>
                <a:gd name="T15" fmla="*/ 116 h 1234"/>
                <a:gd name="T16" fmla="*/ 725 w 725"/>
                <a:gd name="T17" fmla="*/ 151 h 1234"/>
                <a:gd name="T18" fmla="*/ 725 w 725"/>
                <a:gd name="T19" fmla="*/ 1084 h 1234"/>
                <a:gd name="T20" fmla="*/ 721 w 725"/>
                <a:gd name="T21" fmla="*/ 1119 h 1234"/>
                <a:gd name="T22" fmla="*/ 709 w 725"/>
                <a:gd name="T23" fmla="*/ 1151 h 1234"/>
                <a:gd name="T24" fmla="*/ 693 w 725"/>
                <a:gd name="T25" fmla="*/ 1178 h 1234"/>
                <a:gd name="T26" fmla="*/ 669 w 725"/>
                <a:gd name="T27" fmla="*/ 1202 h 1234"/>
                <a:gd name="T28" fmla="*/ 641 w 725"/>
                <a:gd name="T29" fmla="*/ 1220 h 1234"/>
                <a:gd name="T30" fmla="*/ 610 w 725"/>
                <a:gd name="T31" fmla="*/ 1230 h 1234"/>
                <a:gd name="T32" fmla="*/ 575 w 725"/>
                <a:gd name="T33" fmla="*/ 1234 h 1234"/>
                <a:gd name="T34" fmla="*/ 151 w 725"/>
                <a:gd name="T35" fmla="*/ 1234 h 1234"/>
                <a:gd name="T36" fmla="*/ 117 w 725"/>
                <a:gd name="T37" fmla="*/ 1230 h 1234"/>
                <a:gd name="T38" fmla="*/ 85 w 725"/>
                <a:gd name="T39" fmla="*/ 1220 h 1234"/>
                <a:gd name="T40" fmla="*/ 58 w 725"/>
                <a:gd name="T41" fmla="*/ 1202 h 1234"/>
                <a:gd name="T42" fmla="*/ 34 w 725"/>
                <a:gd name="T43" fmla="*/ 1178 h 1234"/>
                <a:gd name="T44" fmla="*/ 16 w 725"/>
                <a:gd name="T45" fmla="*/ 1151 h 1234"/>
                <a:gd name="T46" fmla="*/ 6 w 725"/>
                <a:gd name="T47" fmla="*/ 1119 h 1234"/>
                <a:gd name="T48" fmla="*/ 0 w 725"/>
                <a:gd name="T49" fmla="*/ 1084 h 1234"/>
                <a:gd name="T50" fmla="*/ 0 w 725"/>
                <a:gd name="T51" fmla="*/ 151 h 1234"/>
                <a:gd name="T52" fmla="*/ 6 w 725"/>
                <a:gd name="T53" fmla="*/ 116 h 1234"/>
                <a:gd name="T54" fmla="*/ 16 w 725"/>
                <a:gd name="T55" fmla="*/ 84 h 1234"/>
                <a:gd name="T56" fmla="*/ 34 w 725"/>
                <a:gd name="T57" fmla="*/ 56 h 1234"/>
                <a:gd name="T58" fmla="*/ 58 w 725"/>
                <a:gd name="T59" fmla="*/ 33 h 1234"/>
                <a:gd name="T60" fmla="*/ 85 w 725"/>
                <a:gd name="T61" fmla="*/ 15 h 1234"/>
                <a:gd name="T62" fmla="*/ 117 w 725"/>
                <a:gd name="T63" fmla="*/ 4 h 1234"/>
                <a:gd name="T64" fmla="*/ 151 w 725"/>
                <a:gd name="T65" fmla="*/ 0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5" h="1234">
                  <a:moveTo>
                    <a:pt x="151" y="0"/>
                  </a:moveTo>
                  <a:lnTo>
                    <a:pt x="575" y="0"/>
                  </a:lnTo>
                  <a:lnTo>
                    <a:pt x="610" y="4"/>
                  </a:lnTo>
                  <a:lnTo>
                    <a:pt x="641" y="15"/>
                  </a:lnTo>
                  <a:lnTo>
                    <a:pt x="669" y="33"/>
                  </a:lnTo>
                  <a:lnTo>
                    <a:pt x="693" y="56"/>
                  </a:lnTo>
                  <a:lnTo>
                    <a:pt x="709" y="84"/>
                  </a:lnTo>
                  <a:lnTo>
                    <a:pt x="721" y="116"/>
                  </a:lnTo>
                  <a:lnTo>
                    <a:pt x="725" y="151"/>
                  </a:lnTo>
                  <a:lnTo>
                    <a:pt x="725" y="1084"/>
                  </a:lnTo>
                  <a:lnTo>
                    <a:pt x="721" y="1119"/>
                  </a:lnTo>
                  <a:lnTo>
                    <a:pt x="709" y="1151"/>
                  </a:lnTo>
                  <a:lnTo>
                    <a:pt x="693" y="1178"/>
                  </a:lnTo>
                  <a:lnTo>
                    <a:pt x="669" y="1202"/>
                  </a:lnTo>
                  <a:lnTo>
                    <a:pt x="641" y="1220"/>
                  </a:lnTo>
                  <a:lnTo>
                    <a:pt x="610" y="1230"/>
                  </a:lnTo>
                  <a:lnTo>
                    <a:pt x="575" y="1234"/>
                  </a:lnTo>
                  <a:lnTo>
                    <a:pt x="151" y="1234"/>
                  </a:lnTo>
                  <a:lnTo>
                    <a:pt x="117" y="1230"/>
                  </a:lnTo>
                  <a:lnTo>
                    <a:pt x="85" y="1220"/>
                  </a:lnTo>
                  <a:lnTo>
                    <a:pt x="58" y="1202"/>
                  </a:lnTo>
                  <a:lnTo>
                    <a:pt x="34" y="1178"/>
                  </a:lnTo>
                  <a:lnTo>
                    <a:pt x="16" y="1151"/>
                  </a:lnTo>
                  <a:lnTo>
                    <a:pt x="6" y="1119"/>
                  </a:lnTo>
                  <a:lnTo>
                    <a:pt x="0" y="1084"/>
                  </a:lnTo>
                  <a:lnTo>
                    <a:pt x="0" y="151"/>
                  </a:lnTo>
                  <a:lnTo>
                    <a:pt x="6" y="116"/>
                  </a:lnTo>
                  <a:lnTo>
                    <a:pt x="16" y="84"/>
                  </a:lnTo>
                  <a:lnTo>
                    <a:pt x="34" y="56"/>
                  </a:lnTo>
                  <a:lnTo>
                    <a:pt x="58" y="33"/>
                  </a:lnTo>
                  <a:lnTo>
                    <a:pt x="85" y="15"/>
                  </a:lnTo>
                  <a:lnTo>
                    <a:pt x="117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3" name="Freeform 46"/>
            <p:cNvSpPr/>
            <p:nvPr/>
          </p:nvSpPr>
          <p:spPr bwMode="auto">
            <a:xfrm>
              <a:off x="5159473" y="3004353"/>
              <a:ext cx="684000" cy="62773"/>
            </a:xfrm>
            <a:custGeom>
              <a:avLst/>
              <a:gdLst>
                <a:gd name="T0" fmla="*/ 180 w 4216"/>
                <a:gd name="T1" fmla="*/ 0 h 362"/>
                <a:gd name="T2" fmla="*/ 4035 w 4216"/>
                <a:gd name="T3" fmla="*/ 0 h 362"/>
                <a:gd name="T4" fmla="*/ 4072 w 4216"/>
                <a:gd name="T5" fmla="*/ 4 h 362"/>
                <a:gd name="T6" fmla="*/ 4105 w 4216"/>
                <a:gd name="T7" fmla="*/ 14 h 362"/>
                <a:gd name="T8" fmla="*/ 4136 w 4216"/>
                <a:gd name="T9" fmla="*/ 31 h 362"/>
                <a:gd name="T10" fmla="*/ 4162 w 4216"/>
                <a:gd name="T11" fmla="*/ 53 h 362"/>
                <a:gd name="T12" fmla="*/ 4185 w 4216"/>
                <a:gd name="T13" fmla="*/ 79 h 362"/>
                <a:gd name="T14" fmla="*/ 4202 w 4216"/>
                <a:gd name="T15" fmla="*/ 110 h 362"/>
                <a:gd name="T16" fmla="*/ 4212 w 4216"/>
                <a:gd name="T17" fmla="*/ 145 h 362"/>
                <a:gd name="T18" fmla="*/ 4216 w 4216"/>
                <a:gd name="T19" fmla="*/ 180 h 362"/>
                <a:gd name="T20" fmla="*/ 4212 w 4216"/>
                <a:gd name="T21" fmla="*/ 217 h 362"/>
                <a:gd name="T22" fmla="*/ 4202 w 4216"/>
                <a:gd name="T23" fmla="*/ 251 h 362"/>
                <a:gd name="T24" fmla="*/ 4185 w 4216"/>
                <a:gd name="T25" fmla="*/ 281 h 362"/>
                <a:gd name="T26" fmla="*/ 4162 w 4216"/>
                <a:gd name="T27" fmla="*/ 308 h 362"/>
                <a:gd name="T28" fmla="*/ 4136 w 4216"/>
                <a:gd name="T29" fmla="*/ 331 h 362"/>
                <a:gd name="T30" fmla="*/ 4105 w 4216"/>
                <a:gd name="T31" fmla="*/ 348 h 362"/>
                <a:gd name="T32" fmla="*/ 4072 w 4216"/>
                <a:gd name="T33" fmla="*/ 358 h 362"/>
                <a:gd name="T34" fmla="*/ 4035 w 4216"/>
                <a:gd name="T35" fmla="*/ 362 h 362"/>
                <a:gd name="T36" fmla="*/ 180 w 4216"/>
                <a:gd name="T37" fmla="*/ 362 h 362"/>
                <a:gd name="T38" fmla="*/ 144 w 4216"/>
                <a:gd name="T39" fmla="*/ 358 h 362"/>
                <a:gd name="T40" fmla="*/ 110 w 4216"/>
                <a:gd name="T41" fmla="*/ 348 h 362"/>
                <a:gd name="T42" fmla="*/ 79 w 4216"/>
                <a:gd name="T43" fmla="*/ 331 h 362"/>
                <a:gd name="T44" fmla="*/ 52 w 4216"/>
                <a:gd name="T45" fmla="*/ 308 h 362"/>
                <a:gd name="T46" fmla="*/ 31 w 4216"/>
                <a:gd name="T47" fmla="*/ 281 h 362"/>
                <a:gd name="T48" fmla="*/ 14 w 4216"/>
                <a:gd name="T49" fmla="*/ 251 h 362"/>
                <a:gd name="T50" fmla="*/ 4 w 4216"/>
                <a:gd name="T51" fmla="*/ 217 h 362"/>
                <a:gd name="T52" fmla="*/ 0 w 4216"/>
                <a:gd name="T53" fmla="*/ 180 h 362"/>
                <a:gd name="T54" fmla="*/ 4 w 4216"/>
                <a:gd name="T55" fmla="*/ 145 h 362"/>
                <a:gd name="T56" fmla="*/ 14 w 4216"/>
                <a:gd name="T57" fmla="*/ 110 h 362"/>
                <a:gd name="T58" fmla="*/ 31 w 4216"/>
                <a:gd name="T59" fmla="*/ 79 h 362"/>
                <a:gd name="T60" fmla="*/ 52 w 4216"/>
                <a:gd name="T61" fmla="*/ 53 h 362"/>
                <a:gd name="T62" fmla="*/ 79 w 4216"/>
                <a:gd name="T63" fmla="*/ 31 h 362"/>
                <a:gd name="T64" fmla="*/ 110 w 4216"/>
                <a:gd name="T65" fmla="*/ 14 h 362"/>
                <a:gd name="T66" fmla="*/ 144 w 4216"/>
                <a:gd name="T67" fmla="*/ 4 h 362"/>
                <a:gd name="T68" fmla="*/ 180 w 4216"/>
                <a:gd name="T6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6" h="362">
                  <a:moveTo>
                    <a:pt x="180" y="0"/>
                  </a:moveTo>
                  <a:lnTo>
                    <a:pt x="4035" y="0"/>
                  </a:lnTo>
                  <a:lnTo>
                    <a:pt x="4072" y="4"/>
                  </a:lnTo>
                  <a:lnTo>
                    <a:pt x="4105" y="14"/>
                  </a:lnTo>
                  <a:lnTo>
                    <a:pt x="4136" y="31"/>
                  </a:lnTo>
                  <a:lnTo>
                    <a:pt x="4162" y="53"/>
                  </a:lnTo>
                  <a:lnTo>
                    <a:pt x="4185" y="79"/>
                  </a:lnTo>
                  <a:lnTo>
                    <a:pt x="4202" y="110"/>
                  </a:lnTo>
                  <a:lnTo>
                    <a:pt x="4212" y="145"/>
                  </a:lnTo>
                  <a:lnTo>
                    <a:pt x="4216" y="180"/>
                  </a:lnTo>
                  <a:lnTo>
                    <a:pt x="4212" y="217"/>
                  </a:lnTo>
                  <a:lnTo>
                    <a:pt x="4202" y="251"/>
                  </a:lnTo>
                  <a:lnTo>
                    <a:pt x="4185" y="281"/>
                  </a:lnTo>
                  <a:lnTo>
                    <a:pt x="4162" y="308"/>
                  </a:lnTo>
                  <a:lnTo>
                    <a:pt x="4136" y="331"/>
                  </a:lnTo>
                  <a:lnTo>
                    <a:pt x="4105" y="348"/>
                  </a:lnTo>
                  <a:lnTo>
                    <a:pt x="4072" y="358"/>
                  </a:lnTo>
                  <a:lnTo>
                    <a:pt x="4035" y="362"/>
                  </a:lnTo>
                  <a:lnTo>
                    <a:pt x="180" y="362"/>
                  </a:lnTo>
                  <a:lnTo>
                    <a:pt x="144" y="358"/>
                  </a:lnTo>
                  <a:lnTo>
                    <a:pt x="110" y="348"/>
                  </a:lnTo>
                  <a:lnTo>
                    <a:pt x="79" y="331"/>
                  </a:lnTo>
                  <a:lnTo>
                    <a:pt x="52" y="308"/>
                  </a:lnTo>
                  <a:lnTo>
                    <a:pt x="31" y="281"/>
                  </a:lnTo>
                  <a:lnTo>
                    <a:pt x="14" y="251"/>
                  </a:lnTo>
                  <a:lnTo>
                    <a:pt x="4" y="217"/>
                  </a:lnTo>
                  <a:lnTo>
                    <a:pt x="0" y="180"/>
                  </a:lnTo>
                  <a:lnTo>
                    <a:pt x="4" y="145"/>
                  </a:lnTo>
                  <a:lnTo>
                    <a:pt x="14" y="110"/>
                  </a:lnTo>
                  <a:lnTo>
                    <a:pt x="31" y="79"/>
                  </a:lnTo>
                  <a:lnTo>
                    <a:pt x="52" y="53"/>
                  </a:lnTo>
                  <a:lnTo>
                    <a:pt x="79" y="31"/>
                  </a:lnTo>
                  <a:lnTo>
                    <a:pt x="110" y="14"/>
                  </a:lnTo>
                  <a:lnTo>
                    <a:pt x="144" y="4"/>
                  </a:lnTo>
                  <a:lnTo>
                    <a:pt x="1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</p:grpSp>
      <p:sp>
        <p:nvSpPr>
          <p:cNvPr id="64" name="Freeform 76"/>
          <p:cNvSpPr/>
          <p:nvPr/>
        </p:nvSpPr>
        <p:spPr bwMode="auto">
          <a:xfrm>
            <a:off x="10213412" y="2353220"/>
            <a:ext cx="544495" cy="489476"/>
          </a:xfrm>
          <a:custGeom>
            <a:avLst/>
            <a:gdLst>
              <a:gd name="connsiteX0" fmla="*/ 86232 w 455613"/>
              <a:gd name="connsiteY0" fmla="*/ 350838 h 409576"/>
              <a:gd name="connsiteX1" fmla="*/ 87433 w 455613"/>
              <a:gd name="connsiteY1" fmla="*/ 351240 h 409576"/>
              <a:gd name="connsiteX2" fmla="*/ 88233 w 455613"/>
              <a:gd name="connsiteY2" fmla="*/ 352313 h 409576"/>
              <a:gd name="connsiteX3" fmla="*/ 88767 w 455613"/>
              <a:gd name="connsiteY3" fmla="*/ 353788 h 409576"/>
              <a:gd name="connsiteX4" fmla="*/ 88900 w 455613"/>
              <a:gd name="connsiteY4" fmla="*/ 356068 h 409576"/>
              <a:gd name="connsiteX5" fmla="*/ 88900 w 455613"/>
              <a:gd name="connsiteY5" fmla="*/ 409576 h 409576"/>
              <a:gd name="connsiteX6" fmla="*/ 41275 w 455613"/>
              <a:gd name="connsiteY6" fmla="*/ 409576 h 409576"/>
              <a:gd name="connsiteX7" fmla="*/ 41275 w 455613"/>
              <a:gd name="connsiteY7" fmla="*/ 401530 h 409576"/>
              <a:gd name="connsiteX8" fmla="*/ 41542 w 455613"/>
              <a:gd name="connsiteY8" fmla="*/ 399116 h 409576"/>
              <a:gd name="connsiteX9" fmla="*/ 42342 w 455613"/>
              <a:gd name="connsiteY9" fmla="*/ 396568 h 409576"/>
              <a:gd name="connsiteX10" fmla="*/ 43410 w 455613"/>
              <a:gd name="connsiteY10" fmla="*/ 393752 h 409576"/>
              <a:gd name="connsiteX11" fmla="*/ 44744 w 455613"/>
              <a:gd name="connsiteY11" fmla="*/ 391070 h 409576"/>
              <a:gd name="connsiteX12" fmla="*/ 46611 w 455613"/>
              <a:gd name="connsiteY12" fmla="*/ 388388 h 409576"/>
              <a:gd name="connsiteX13" fmla="*/ 48479 w 455613"/>
              <a:gd name="connsiteY13" fmla="*/ 386376 h 409576"/>
              <a:gd name="connsiteX14" fmla="*/ 62219 w 455613"/>
              <a:gd name="connsiteY14" fmla="*/ 372563 h 409576"/>
              <a:gd name="connsiteX15" fmla="*/ 81696 w 455613"/>
              <a:gd name="connsiteY15" fmla="*/ 352984 h 409576"/>
              <a:gd name="connsiteX16" fmla="*/ 83297 w 455613"/>
              <a:gd name="connsiteY16" fmla="*/ 351643 h 409576"/>
              <a:gd name="connsiteX17" fmla="*/ 84898 w 455613"/>
              <a:gd name="connsiteY17" fmla="*/ 350972 h 409576"/>
              <a:gd name="connsiteX18" fmla="*/ 148113 w 455613"/>
              <a:gd name="connsiteY18" fmla="*/ 290513 h 409576"/>
              <a:gd name="connsiteX19" fmla="*/ 149142 w 455613"/>
              <a:gd name="connsiteY19" fmla="*/ 291039 h 409576"/>
              <a:gd name="connsiteX20" fmla="*/ 149913 w 455613"/>
              <a:gd name="connsiteY20" fmla="*/ 291960 h 409576"/>
              <a:gd name="connsiteX21" fmla="*/ 150427 w 455613"/>
              <a:gd name="connsiteY21" fmla="*/ 293671 h 409576"/>
              <a:gd name="connsiteX22" fmla="*/ 150813 w 455613"/>
              <a:gd name="connsiteY22" fmla="*/ 295644 h 409576"/>
              <a:gd name="connsiteX23" fmla="*/ 150813 w 455613"/>
              <a:gd name="connsiteY23" fmla="*/ 409576 h 409576"/>
              <a:gd name="connsiteX24" fmla="*/ 109538 w 455613"/>
              <a:gd name="connsiteY24" fmla="*/ 409576 h 409576"/>
              <a:gd name="connsiteX25" fmla="*/ 109538 w 455613"/>
              <a:gd name="connsiteY25" fmla="*/ 337481 h 409576"/>
              <a:gd name="connsiteX26" fmla="*/ 109667 w 455613"/>
              <a:gd name="connsiteY26" fmla="*/ 334718 h 409576"/>
              <a:gd name="connsiteX27" fmla="*/ 110438 w 455613"/>
              <a:gd name="connsiteY27" fmla="*/ 331560 h 409576"/>
              <a:gd name="connsiteX28" fmla="*/ 111595 w 455613"/>
              <a:gd name="connsiteY28" fmla="*/ 328403 h 409576"/>
              <a:gd name="connsiteX29" fmla="*/ 112881 w 455613"/>
              <a:gd name="connsiteY29" fmla="*/ 325377 h 409576"/>
              <a:gd name="connsiteX30" fmla="*/ 114681 w 455613"/>
              <a:gd name="connsiteY30" fmla="*/ 322614 h 409576"/>
              <a:gd name="connsiteX31" fmla="*/ 116482 w 455613"/>
              <a:gd name="connsiteY31" fmla="*/ 320378 h 409576"/>
              <a:gd name="connsiteX32" fmla="*/ 143741 w 455613"/>
              <a:gd name="connsiteY32" fmla="*/ 292750 h 409576"/>
              <a:gd name="connsiteX33" fmla="*/ 145413 w 455613"/>
              <a:gd name="connsiteY33" fmla="*/ 291434 h 409576"/>
              <a:gd name="connsiteX34" fmla="*/ 146827 w 455613"/>
              <a:gd name="connsiteY34" fmla="*/ 290645 h 409576"/>
              <a:gd name="connsiteX35" fmla="*/ 174022 w 455613"/>
              <a:gd name="connsiteY35" fmla="*/ 287338 h 409576"/>
              <a:gd name="connsiteX36" fmla="*/ 175436 w 455613"/>
              <a:gd name="connsiteY36" fmla="*/ 287471 h 409576"/>
              <a:gd name="connsiteX37" fmla="*/ 176851 w 455613"/>
              <a:gd name="connsiteY37" fmla="*/ 288136 h 409576"/>
              <a:gd name="connsiteX38" fmla="*/ 178522 w 455613"/>
              <a:gd name="connsiteY38" fmla="*/ 289599 h 409576"/>
              <a:gd name="connsiteX39" fmla="*/ 199481 w 455613"/>
              <a:gd name="connsiteY39" fmla="*/ 311147 h 409576"/>
              <a:gd name="connsiteX40" fmla="*/ 206039 w 455613"/>
              <a:gd name="connsiteY40" fmla="*/ 317931 h 409576"/>
              <a:gd name="connsiteX41" fmla="*/ 207839 w 455613"/>
              <a:gd name="connsiteY41" fmla="*/ 320059 h 409576"/>
              <a:gd name="connsiteX42" fmla="*/ 209382 w 455613"/>
              <a:gd name="connsiteY42" fmla="*/ 322719 h 409576"/>
              <a:gd name="connsiteX43" fmla="*/ 210668 w 455613"/>
              <a:gd name="connsiteY43" fmla="*/ 325646 h 409576"/>
              <a:gd name="connsiteX44" fmla="*/ 211696 w 455613"/>
              <a:gd name="connsiteY44" fmla="*/ 328705 h 409576"/>
              <a:gd name="connsiteX45" fmla="*/ 212468 w 455613"/>
              <a:gd name="connsiteY45" fmla="*/ 331897 h 409576"/>
              <a:gd name="connsiteX46" fmla="*/ 212725 w 455613"/>
              <a:gd name="connsiteY46" fmla="*/ 334823 h 409576"/>
              <a:gd name="connsiteX47" fmla="*/ 212725 w 455613"/>
              <a:gd name="connsiteY47" fmla="*/ 409576 h 409576"/>
              <a:gd name="connsiteX48" fmla="*/ 171450 w 455613"/>
              <a:gd name="connsiteY48" fmla="*/ 409576 h 409576"/>
              <a:gd name="connsiteX49" fmla="*/ 171450 w 455613"/>
              <a:gd name="connsiteY49" fmla="*/ 292659 h 409576"/>
              <a:gd name="connsiteX50" fmla="*/ 171579 w 455613"/>
              <a:gd name="connsiteY50" fmla="*/ 290397 h 409576"/>
              <a:gd name="connsiteX51" fmla="*/ 172222 w 455613"/>
              <a:gd name="connsiteY51" fmla="*/ 288934 h 409576"/>
              <a:gd name="connsiteX52" fmla="*/ 172993 w 455613"/>
              <a:gd name="connsiteY52" fmla="*/ 287737 h 409576"/>
              <a:gd name="connsiteX53" fmla="*/ 271938 w 455613"/>
              <a:gd name="connsiteY53" fmla="*/ 282575 h 409576"/>
              <a:gd name="connsiteX54" fmla="*/ 273095 w 455613"/>
              <a:gd name="connsiteY54" fmla="*/ 283105 h 409576"/>
              <a:gd name="connsiteX55" fmla="*/ 273995 w 455613"/>
              <a:gd name="connsiteY55" fmla="*/ 284033 h 409576"/>
              <a:gd name="connsiteX56" fmla="*/ 274510 w 455613"/>
              <a:gd name="connsiteY56" fmla="*/ 285757 h 409576"/>
              <a:gd name="connsiteX57" fmla="*/ 274638 w 455613"/>
              <a:gd name="connsiteY57" fmla="*/ 287745 h 409576"/>
              <a:gd name="connsiteX58" fmla="*/ 274638 w 455613"/>
              <a:gd name="connsiteY58" fmla="*/ 409575 h 409576"/>
              <a:gd name="connsiteX59" fmla="*/ 233363 w 455613"/>
              <a:gd name="connsiteY59" fmla="*/ 409575 h 409576"/>
              <a:gd name="connsiteX60" fmla="*/ 233363 w 455613"/>
              <a:gd name="connsiteY60" fmla="*/ 329902 h 409576"/>
              <a:gd name="connsiteX61" fmla="*/ 233620 w 455613"/>
              <a:gd name="connsiteY61" fmla="*/ 326588 h 409576"/>
              <a:gd name="connsiteX62" fmla="*/ 234263 w 455613"/>
              <a:gd name="connsiteY62" fmla="*/ 323141 h 409576"/>
              <a:gd name="connsiteX63" fmla="*/ 235035 w 455613"/>
              <a:gd name="connsiteY63" fmla="*/ 320224 h 409576"/>
              <a:gd name="connsiteX64" fmla="*/ 236192 w 455613"/>
              <a:gd name="connsiteY64" fmla="*/ 317573 h 409576"/>
              <a:gd name="connsiteX65" fmla="*/ 237478 w 455613"/>
              <a:gd name="connsiteY65" fmla="*/ 315585 h 409576"/>
              <a:gd name="connsiteX66" fmla="*/ 238764 w 455613"/>
              <a:gd name="connsiteY66" fmla="*/ 314391 h 409576"/>
              <a:gd name="connsiteX67" fmla="*/ 239921 w 455613"/>
              <a:gd name="connsiteY67" fmla="*/ 313066 h 409576"/>
              <a:gd name="connsiteX68" fmla="*/ 240821 w 455613"/>
              <a:gd name="connsiteY68" fmla="*/ 312138 h 409576"/>
              <a:gd name="connsiteX69" fmla="*/ 241335 w 455613"/>
              <a:gd name="connsiteY69" fmla="*/ 311607 h 409576"/>
              <a:gd name="connsiteX70" fmla="*/ 241592 w 455613"/>
              <a:gd name="connsiteY70" fmla="*/ 311475 h 409576"/>
              <a:gd name="connsiteX71" fmla="*/ 267566 w 455613"/>
              <a:gd name="connsiteY71" fmla="*/ 284829 h 409576"/>
              <a:gd name="connsiteX72" fmla="*/ 269238 w 455613"/>
              <a:gd name="connsiteY72" fmla="*/ 283503 h 409576"/>
              <a:gd name="connsiteX73" fmla="*/ 270781 w 455613"/>
              <a:gd name="connsiteY73" fmla="*/ 282708 h 409576"/>
              <a:gd name="connsiteX74" fmla="*/ 335459 w 455613"/>
              <a:gd name="connsiteY74" fmla="*/ 220663 h 409576"/>
              <a:gd name="connsiteX75" fmla="*/ 336665 w 455613"/>
              <a:gd name="connsiteY75" fmla="*/ 221061 h 409576"/>
              <a:gd name="connsiteX76" fmla="*/ 337468 w 455613"/>
              <a:gd name="connsiteY76" fmla="*/ 221990 h 409576"/>
              <a:gd name="connsiteX77" fmla="*/ 338004 w 455613"/>
              <a:gd name="connsiteY77" fmla="*/ 223714 h 409576"/>
              <a:gd name="connsiteX78" fmla="*/ 338138 w 455613"/>
              <a:gd name="connsiteY78" fmla="*/ 225704 h 409576"/>
              <a:gd name="connsiteX79" fmla="*/ 338138 w 455613"/>
              <a:gd name="connsiteY79" fmla="*/ 409576 h 409576"/>
              <a:gd name="connsiteX80" fmla="*/ 295275 w 455613"/>
              <a:gd name="connsiteY80" fmla="*/ 409576 h 409576"/>
              <a:gd name="connsiteX81" fmla="*/ 295275 w 455613"/>
              <a:gd name="connsiteY81" fmla="*/ 268157 h 409576"/>
              <a:gd name="connsiteX82" fmla="*/ 295543 w 455613"/>
              <a:gd name="connsiteY82" fmla="*/ 265238 h 409576"/>
              <a:gd name="connsiteX83" fmla="*/ 296213 w 455613"/>
              <a:gd name="connsiteY83" fmla="*/ 262054 h 409576"/>
              <a:gd name="connsiteX84" fmla="*/ 297284 w 455613"/>
              <a:gd name="connsiteY84" fmla="*/ 258870 h 409576"/>
              <a:gd name="connsiteX85" fmla="*/ 298892 w 455613"/>
              <a:gd name="connsiteY85" fmla="*/ 255819 h 409576"/>
              <a:gd name="connsiteX86" fmla="*/ 300499 w 455613"/>
              <a:gd name="connsiteY86" fmla="*/ 253033 h 409576"/>
              <a:gd name="connsiteX87" fmla="*/ 302508 w 455613"/>
              <a:gd name="connsiteY87" fmla="*/ 250910 h 409576"/>
              <a:gd name="connsiteX88" fmla="*/ 330905 w 455613"/>
              <a:gd name="connsiteY88" fmla="*/ 222786 h 409576"/>
              <a:gd name="connsiteX89" fmla="*/ 332512 w 455613"/>
              <a:gd name="connsiteY89" fmla="*/ 221459 h 409576"/>
              <a:gd name="connsiteX90" fmla="*/ 334120 w 455613"/>
              <a:gd name="connsiteY90" fmla="*/ 220796 h 409576"/>
              <a:gd name="connsiteX91" fmla="*/ 394079 w 455613"/>
              <a:gd name="connsiteY91" fmla="*/ 161925 h 409576"/>
              <a:gd name="connsiteX92" fmla="*/ 395278 w 455613"/>
              <a:gd name="connsiteY92" fmla="*/ 162323 h 409576"/>
              <a:gd name="connsiteX93" fmla="*/ 396077 w 455613"/>
              <a:gd name="connsiteY93" fmla="*/ 163383 h 409576"/>
              <a:gd name="connsiteX94" fmla="*/ 396610 w 455613"/>
              <a:gd name="connsiteY94" fmla="*/ 164974 h 409576"/>
              <a:gd name="connsiteX95" fmla="*/ 396876 w 455613"/>
              <a:gd name="connsiteY95" fmla="*/ 167096 h 409576"/>
              <a:gd name="connsiteX96" fmla="*/ 396876 w 455613"/>
              <a:gd name="connsiteY96" fmla="*/ 409575 h 409576"/>
              <a:gd name="connsiteX97" fmla="*/ 357188 w 455613"/>
              <a:gd name="connsiteY97" fmla="*/ 409575 h 409576"/>
              <a:gd name="connsiteX98" fmla="*/ 357188 w 455613"/>
              <a:gd name="connsiteY98" fmla="*/ 206338 h 409576"/>
              <a:gd name="connsiteX99" fmla="*/ 357454 w 455613"/>
              <a:gd name="connsiteY99" fmla="*/ 203421 h 409576"/>
              <a:gd name="connsiteX100" fmla="*/ 358120 w 455613"/>
              <a:gd name="connsiteY100" fmla="*/ 200239 h 409576"/>
              <a:gd name="connsiteX101" fmla="*/ 359319 w 455613"/>
              <a:gd name="connsiteY101" fmla="*/ 197057 h 409576"/>
              <a:gd name="connsiteX102" fmla="*/ 360784 w 455613"/>
              <a:gd name="connsiteY102" fmla="*/ 194008 h 409576"/>
              <a:gd name="connsiteX103" fmla="*/ 362515 w 455613"/>
              <a:gd name="connsiteY103" fmla="*/ 191224 h 409576"/>
              <a:gd name="connsiteX104" fmla="*/ 364380 w 455613"/>
              <a:gd name="connsiteY104" fmla="*/ 189103 h 409576"/>
              <a:gd name="connsiteX105" fmla="*/ 389684 w 455613"/>
              <a:gd name="connsiteY105" fmla="*/ 164046 h 409576"/>
              <a:gd name="connsiteX106" fmla="*/ 391283 w 455613"/>
              <a:gd name="connsiteY106" fmla="*/ 162721 h 409576"/>
              <a:gd name="connsiteX107" fmla="*/ 392881 w 455613"/>
              <a:gd name="connsiteY107" fmla="*/ 162058 h 409576"/>
              <a:gd name="connsiteX108" fmla="*/ 290622 w 455613"/>
              <a:gd name="connsiteY108" fmla="*/ 0 h 409576"/>
              <a:gd name="connsiteX109" fmla="*/ 435205 w 455613"/>
              <a:gd name="connsiteY109" fmla="*/ 0 h 409576"/>
              <a:gd name="connsiteX110" fmla="*/ 439180 w 455613"/>
              <a:gd name="connsiteY110" fmla="*/ 395 h 409576"/>
              <a:gd name="connsiteX111" fmla="*/ 442891 w 455613"/>
              <a:gd name="connsiteY111" fmla="*/ 1581 h 409576"/>
              <a:gd name="connsiteX112" fmla="*/ 446204 w 455613"/>
              <a:gd name="connsiteY112" fmla="*/ 3426 h 409576"/>
              <a:gd name="connsiteX113" fmla="*/ 449252 w 455613"/>
              <a:gd name="connsiteY113" fmla="*/ 5798 h 409576"/>
              <a:gd name="connsiteX114" fmla="*/ 451903 w 455613"/>
              <a:gd name="connsiteY114" fmla="*/ 8697 h 409576"/>
              <a:gd name="connsiteX115" fmla="*/ 453890 w 455613"/>
              <a:gd name="connsiteY115" fmla="*/ 11991 h 409576"/>
              <a:gd name="connsiteX116" fmla="*/ 455216 w 455613"/>
              <a:gd name="connsiteY116" fmla="*/ 15549 h 409576"/>
              <a:gd name="connsiteX117" fmla="*/ 455613 w 455613"/>
              <a:gd name="connsiteY117" fmla="*/ 19239 h 409576"/>
              <a:gd name="connsiteX118" fmla="*/ 455613 w 455613"/>
              <a:gd name="connsiteY118" fmla="*/ 162870 h 409576"/>
              <a:gd name="connsiteX119" fmla="*/ 455348 w 455613"/>
              <a:gd name="connsiteY119" fmla="*/ 164978 h 409576"/>
              <a:gd name="connsiteX120" fmla="*/ 454818 w 455613"/>
              <a:gd name="connsiteY120" fmla="*/ 166559 h 409576"/>
              <a:gd name="connsiteX121" fmla="*/ 454023 w 455613"/>
              <a:gd name="connsiteY121" fmla="*/ 167482 h 409576"/>
              <a:gd name="connsiteX122" fmla="*/ 452830 w 455613"/>
              <a:gd name="connsiteY122" fmla="*/ 168009 h 409576"/>
              <a:gd name="connsiteX123" fmla="*/ 451637 w 455613"/>
              <a:gd name="connsiteY123" fmla="*/ 167877 h 409576"/>
              <a:gd name="connsiteX124" fmla="*/ 450047 w 455613"/>
              <a:gd name="connsiteY124" fmla="*/ 167086 h 409576"/>
              <a:gd name="connsiteX125" fmla="*/ 448457 w 455613"/>
              <a:gd name="connsiteY125" fmla="*/ 165769 h 409576"/>
              <a:gd name="connsiteX126" fmla="*/ 397701 w 455613"/>
              <a:gd name="connsiteY126" fmla="*/ 115695 h 409576"/>
              <a:gd name="connsiteX127" fmla="*/ 228072 w 455613"/>
              <a:gd name="connsiteY127" fmla="*/ 283309 h 409576"/>
              <a:gd name="connsiteX128" fmla="*/ 225951 w 455613"/>
              <a:gd name="connsiteY128" fmla="*/ 284890 h 409576"/>
              <a:gd name="connsiteX129" fmla="*/ 223433 w 455613"/>
              <a:gd name="connsiteY129" fmla="*/ 285944 h 409576"/>
              <a:gd name="connsiteX130" fmla="*/ 220783 w 455613"/>
              <a:gd name="connsiteY130" fmla="*/ 286208 h 409576"/>
              <a:gd name="connsiteX131" fmla="*/ 218265 w 455613"/>
              <a:gd name="connsiteY131" fmla="*/ 285944 h 409576"/>
              <a:gd name="connsiteX132" fmla="*/ 215880 w 455613"/>
              <a:gd name="connsiteY132" fmla="*/ 284890 h 409576"/>
              <a:gd name="connsiteX133" fmla="*/ 213627 w 455613"/>
              <a:gd name="connsiteY133" fmla="*/ 283309 h 409576"/>
              <a:gd name="connsiteX134" fmla="*/ 162208 w 455613"/>
              <a:gd name="connsiteY134" fmla="*/ 232445 h 409576"/>
              <a:gd name="connsiteX135" fmla="*/ 70502 w 455613"/>
              <a:gd name="connsiteY135" fmla="*/ 323235 h 409576"/>
              <a:gd name="connsiteX136" fmla="*/ 66394 w 455613"/>
              <a:gd name="connsiteY136" fmla="*/ 326793 h 409576"/>
              <a:gd name="connsiteX137" fmla="*/ 61756 w 455613"/>
              <a:gd name="connsiteY137" fmla="*/ 329561 h 409576"/>
              <a:gd name="connsiteX138" fmla="*/ 56985 w 455613"/>
              <a:gd name="connsiteY138" fmla="*/ 331932 h 409576"/>
              <a:gd name="connsiteX139" fmla="*/ 52082 w 455613"/>
              <a:gd name="connsiteY139" fmla="*/ 333645 h 409576"/>
              <a:gd name="connsiteX140" fmla="*/ 46913 w 455613"/>
              <a:gd name="connsiteY140" fmla="*/ 334568 h 409576"/>
              <a:gd name="connsiteX141" fmla="*/ 41745 w 455613"/>
              <a:gd name="connsiteY141" fmla="*/ 334963 h 409576"/>
              <a:gd name="connsiteX142" fmla="*/ 36444 w 455613"/>
              <a:gd name="connsiteY142" fmla="*/ 334568 h 409576"/>
              <a:gd name="connsiteX143" fmla="*/ 31408 w 455613"/>
              <a:gd name="connsiteY143" fmla="*/ 333645 h 409576"/>
              <a:gd name="connsiteX144" fmla="*/ 26372 w 455613"/>
              <a:gd name="connsiteY144" fmla="*/ 331932 h 409576"/>
              <a:gd name="connsiteX145" fmla="*/ 21601 w 455613"/>
              <a:gd name="connsiteY145" fmla="*/ 329561 h 409576"/>
              <a:gd name="connsiteX146" fmla="*/ 17096 w 455613"/>
              <a:gd name="connsiteY146" fmla="*/ 326793 h 409576"/>
              <a:gd name="connsiteX147" fmla="*/ 12855 w 455613"/>
              <a:gd name="connsiteY147" fmla="*/ 323235 h 409576"/>
              <a:gd name="connsiteX148" fmla="*/ 11927 w 455613"/>
              <a:gd name="connsiteY148" fmla="*/ 322050 h 409576"/>
              <a:gd name="connsiteX149" fmla="*/ 8349 w 455613"/>
              <a:gd name="connsiteY149" fmla="*/ 317965 h 409576"/>
              <a:gd name="connsiteX150" fmla="*/ 5301 w 455613"/>
              <a:gd name="connsiteY150" fmla="*/ 313616 h 409576"/>
              <a:gd name="connsiteX151" fmla="*/ 3048 w 455613"/>
              <a:gd name="connsiteY151" fmla="*/ 308741 h 409576"/>
              <a:gd name="connsiteX152" fmla="*/ 1325 w 455613"/>
              <a:gd name="connsiteY152" fmla="*/ 303865 h 409576"/>
              <a:gd name="connsiteX153" fmla="*/ 265 w 455613"/>
              <a:gd name="connsiteY153" fmla="*/ 298726 h 409576"/>
              <a:gd name="connsiteX154" fmla="*/ 0 w 455613"/>
              <a:gd name="connsiteY154" fmla="*/ 293719 h 409576"/>
              <a:gd name="connsiteX155" fmla="*/ 265 w 455613"/>
              <a:gd name="connsiteY155" fmla="*/ 288448 h 409576"/>
              <a:gd name="connsiteX156" fmla="*/ 1325 w 455613"/>
              <a:gd name="connsiteY156" fmla="*/ 283572 h 409576"/>
              <a:gd name="connsiteX157" fmla="*/ 3048 w 455613"/>
              <a:gd name="connsiteY157" fmla="*/ 278697 h 409576"/>
              <a:gd name="connsiteX158" fmla="*/ 5301 w 455613"/>
              <a:gd name="connsiteY158" fmla="*/ 273821 h 409576"/>
              <a:gd name="connsiteX159" fmla="*/ 8349 w 455613"/>
              <a:gd name="connsiteY159" fmla="*/ 269473 h 409576"/>
              <a:gd name="connsiteX160" fmla="*/ 11927 w 455613"/>
              <a:gd name="connsiteY160" fmla="*/ 265256 h 409576"/>
              <a:gd name="connsiteX161" fmla="*/ 155052 w 455613"/>
              <a:gd name="connsiteY161" fmla="*/ 123865 h 409576"/>
              <a:gd name="connsiteX162" fmla="*/ 157172 w 455613"/>
              <a:gd name="connsiteY162" fmla="*/ 122284 h 409576"/>
              <a:gd name="connsiteX163" fmla="*/ 159557 w 455613"/>
              <a:gd name="connsiteY163" fmla="*/ 121230 h 409576"/>
              <a:gd name="connsiteX164" fmla="*/ 162208 w 455613"/>
              <a:gd name="connsiteY164" fmla="*/ 120966 h 409576"/>
              <a:gd name="connsiteX165" fmla="*/ 164726 w 455613"/>
              <a:gd name="connsiteY165" fmla="*/ 121230 h 409576"/>
              <a:gd name="connsiteX166" fmla="*/ 167244 w 455613"/>
              <a:gd name="connsiteY166" fmla="*/ 122284 h 409576"/>
              <a:gd name="connsiteX167" fmla="*/ 169497 w 455613"/>
              <a:gd name="connsiteY167" fmla="*/ 123865 h 409576"/>
              <a:gd name="connsiteX168" fmla="*/ 220783 w 455613"/>
              <a:gd name="connsiteY168" fmla="*/ 174597 h 409576"/>
              <a:gd name="connsiteX169" fmla="*/ 318055 w 455613"/>
              <a:gd name="connsiteY169" fmla="*/ 78536 h 409576"/>
              <a:gd name="connsiteX170" fmla="*/ 338993 w 455613"/>
              <a:gd name="connsiteY170" fmla="*/ 57848 h 409576"/>
              <a:gd name="connsiteX171" fmla="*/ 287707 w 455613"/>
              <a:gd name="connsiteY171" fmla="*/ 7116 h 409576"/>
              <a:gd name="connsiteX172" fmla="*/ 286382 w 455613"/>
              <a:gd name="connsiteY172" fmla="*/ 5403 h 409576"/>
              <a:gd name="connsiteX173" fmla="*/ 285587 w 455613"/>
              <a:gd name="connsiteY173" fmla="*/ 3953 h 409576"/>
              <a:gd name="connsiteX174" fmla="*/ 285454 w 455613"/>
              <a:gd name="connsiteY174" fmla="*/ 2636 h 409576"/>
              <a:gd name="connsiteX175" fmla="*/ 285852 w 455613"/>
              <a:gd name="connsiteY175" fmla="*/ 1581 h 409576"/>
              <a:gd name="connsiteX176" fmla="*/ 286912 w 455613"/>
              <a:gd name="connsiteY176" fmla="*/ 791 h 409576"/>
              <a:gd name="connsiteX177" fmla="*/ 288502 w 455613"/>
              <a:gd name="connsiteY177" fmla="*/ 264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55613" h="409576">
                <a:moveTo>
                  <a:pt x="86232" y="350838"/>
                </a:moveTo>
                <a:lnTo>
                  <a:pt x="87433" y="351240"/>
                </a:lnTo>
                <a:lnTo>
                  <a:pt x="88233" y="352313"/>
                </a:lnTo>
                <a:lnTo>
                  <a:pt x="88767" y="353788"/>
                </a:lnTo>
                <a:lnTo>
                  <a:pt x="88900" y="356068"/>
                </a:lnTo>
                <a:lnTo>
                  <a:pt x="88900" y="409576"/>
                </a:lnTo>
                <a:lnTo>
                  <a:pt x="41275" y="409576"/>
                </a:lnTo>
                <a:lnTo>
                  <a:pt x="41275" y="401530"/>
                </a:lnTo>
                <a:lnTo>
                  <a:pt x="41542" y="399116"/>
                </a:lnTo>
                <a:lnTo>
                  <a:pt x="42342" y="396568"/>
                </a:lnTo>
                <a:lnTo>
                  <a:pt x="43410" y="393752"/>
                </a:lnTo>
                <a:lnTo>
                  <a:pt x="44744" y="391070"/>
                </a:lnTo>
                <a:lnTo>
                  <a:pt x="46611" y="388388"/>
                </a:lnTo>
                <a:lnTo>
                  <a:pt x="48479" y="386376"/>
                </a:lnTo>
                <a:lnTo>
                  <a:pt x="62219" y="372563"/>
                </a:lnTo>
                <a:lnTo>
                  <a:pt x="81696" y="352984"/>
                </a:lnTo>
                <a:lnTo>
                  <a:pt x="83297" y="351643"/>
                </a:lnTo>
                <a:lnTo>
                  <a:pt x="84898" y="350972"/>
                </a:lnTo>
                <a:close/>
                <a:moveTo>
                  <a:pt x="148113" y="290513"/>
                </a:moveTo>
                <a:lnTo>
                  <a:pt x="149142" y="291039"/>
                </a:lnTo>
                <a:lnTo>
                  <a:pt x="149913" y="291960"/>
                </a:lnTo>
                <a:lnTo>
                  <a:pt x="150427" y="293671"/>
                </a:lnTo>
                <a:lnTo>
                  <a:pt x="150813" y="295644"/>
                </a:lnTo>
                <a:lnTo>
                  <a:pt x="150813" y="409576"/>
                </a:lnTo>
                <a:lnTo>
                  <a:pt x="109538" y="409576"/>
                </a:lnTo>
                <a:lnTo>
                  <a:pt x="109538" y="337481"/>
                </a:lnTo>
                <a:lnTo>
                  <a:pt x="109667" y="334718"/>
                </a:lnTo>
                <a:lnTo>
                  <a:pt x="110438" y="331560"/>
                </a:lnTo>
                <a:lnTo>
                  <a:pt x="111595" y="328403"/>
                </a:lnTo>
                <a:lnTo>
                  <a:pt x="112881" y="325377"/>
                </a:lnTo>
                <a:lnTo>
                  <a:pt x="114681" y="322614"/>
                </a:lnTo>
                <a:lnTo>
                  <a:pt x="116482" y="320378"/>
                </a:lnTo>
                <a:lnTo>
                  <a:pt x="143741" y="292750"/>
                </a:lnTo>
                <a:lnTo>
                  <a:pt x="145413" y="291434"/>
                </a:lnTo>
                <a:lnTo>
                  <a:pt x="146827" y="290645"/>
                </a:lnTo>
                <a:close/>
                <a:moveTo>
                  <a:pt x="174022" y="287338"/>
                </a:moveTo>
                <a:lnTo>
                  <a:pt x="175436" y="287471"/>
                </a:lnTo>
                <a:lnTo>
                  <a:pt x="176851" y="288136"/>
                </a:lnTo>
                <a:lnTo>
                  <a:pt x="178522" y="289599"/>
                </a:lnTo>
                <a:lnTo>
                  <a:pt x="199481" y="311147"/>
                </a:lnTo>
                <a:lnTo>
                  <a:pt x="206039" y="317931"/>
                </a:lnTo>
                <a:lnTo>
                  <a:pt x="207839" y="320059"/>
                </a:lnTo>
                <a:lnTo>
                  <a:pt x="209382" y="322719"/>
                </a:lnTo>
                <a:lnTo>
                  <a:pt x="210668" y="325646"/>
                </a:lnTo>
                <a:lnTo>
                  <a:pt x="211696" y="328705"/>
                </a:lnTo>
                <a:lnTo>
                  <a:pt x="212468" y="331897"/>
                </a:lnTo>
                <a:lnTo>
                  <a:pt x="212725" y="334823"/>
                </a:lnTo>
                <a:lnTo>
                  <a:pt x="212725" y="409576"/>
                </a:lnTo>
                <a:lnTo>
                  <a:pt x="171450" y="409576"/>
                </a:lnTo>
                <a:lnTo>
                  <a:pt x="171450" y="292659"/>
                </a:lnTo>
                <a:lnTo>
                  <a:pt x="171579" y="290397"/>
                </a:lnTo>
                <a:lnTo>
                  <a:pt x="172222" y="288934"/>
                </a:lnTo>
                <a:lnTo>
                  <a:pt x="172993" y="287737"/>
                </a:lnTo>
                <a:close/>
                <a:moveTo>
                  <a:pt x="271938" y="282575"/>
                </a:moveTo>
                <a:lnTo>
                  <a:pt x="273095" y="283105"/>
                </a:lnTo>
                <a:lnTo>
                  <a:pt x="273995" y="284033"/>
                </a:lnTo>
                <a:lnTo>
                  <a:pt x="274510" y="285757"/>
                </a:lnTo>
                <a:lnTo>
                  <a:pt x="274638" y="287745"/>
                </a:lnTo>
                <a:lnTo>
                  <a:pt x="274638" y="409575"/>
                </a:lnTo>
                <a:lnTo>
                  <a:pt x="233363" y="409575"/>
                </a:lnTo>
                <a:lnTo>
                  <a:pt x="233363" y="329902"/>
                </a:lnTo>
                <a:lnTo>
                  <a:pt x="233620" y="326588"/>
                </a:lnTo>
                <a:lnTo>
                  <a:pt x="234263" y="323141"/>
                </a:lnTo>
                <a:lnTo>
                  <a:pt x="235035" y="320224"/>
                </a:lnTo>
                <a:lnTo>
                  <a:pt x="236192" y="317573"/>
                </a:lnTo>
                <a:lnTo>
                  <a:pt x="237478" y="315585"/>
                </a:lnTo>
                <a:lnTo>
                  <a:pt x="238764" y="314391"/>
                </a:lnTo>
                <a:lnTo>
                  <a:pt x="239921" y="313066"/>
                </a:lnTo>
                <a:lnTo>
                  <a:pt x="240821" y="312138"/>
                </a:lnTo>
                <a:lnTo>
                  <a:pt x="241335" y="311607"/>
                </a:lnTo>
                <a:lnTo>
                  <a:pt x="241592" y="311475"/>
                </a:lnTo>
                <a:lnTo>
                  <a:pt x="267566" y="284829"/>
                </a:lnTo>
                <a:lnTo>
                  <a:pt x="269238" y="283503"/>
                </a:lnTo>
                <a:lnTo>
                  <a:pt x="270781" y="282708"/>
                </a:lnTo>
                <a:close/>
                <a:moveTo>
                  <a:pt x="335459" y="220663"/>
                </a:moveTo>
                <a:lnTo>
                  <a:pt x="336665" y="221061"/>
                </a:lnTo>
                <a:lnTo>
                  <a:pt x="337468" y="221990"/>
                </a:lnTo>
                <a:lnTo>
                  <a:pt x="338004" y="223714"/>
                </a:lnTo>
                <a:lnTo>
                  <a:pt x="338138" y="225704"/>
                </a:lnTo>
                <a:lnTo>
                  <a:pt x="338138" y="409576"/>
                </a:lnTo>
                <a:lnTo>
                  <a:pt x="295275" y="409576"/>
                </a:lnTo>
                <a:lnTo>
                  <a:pt x="295275" y="268157"/>
                </a:lnTo>
                <a:lnTo>
                  <a:pt x="295543" y="265238"/>
                </a:lnTo>
                <a:lnTo>
                  <a:pt x="296213" y="262054"/>
                </a:lnTo>
                <a:lnTo>
                  <a:pt x="297284" y="258870"/>
                </a:lnTo>
                <a:lnTo>
                  <a:pt x="298892" y="255819"/>
                </a:lnTo>
                <a:lnTo>
                  <a:pt x="300499" y="253033"/>
                </a:lnTo>
                <a:lnTo>
                  <a:pt x="302508" y="250910"/>
                </a:lnTo>
                <a:lnTo>
                  <a:pt x="330905" y="222786"/>
                </a:lnTo>
                <a:lnTo>
                  <a:pt x="332512" y="221459"/>
                </a:lnTo>
                <a:lnTo>
                  <a:pt x="334120" y="220796"/>
                </a:lnTo>
                <a:close/>
                <a:moveTo>
                  <a:pt x="394079" y="161925"/>
                </a:moveTo>
                <a:lnTo>
                  <a:pt x="395278" y="162323"/>
                </a:lnTo>
                <a:lnTo>
                  <a:pt x="396077" y="163383"/>
                </a:lnTo>
                <a:lnTo>
                  <a:pt x="396610" y="164974"/>
                </a:lnTo>
                <a:lnTo>
                  <a:pt x="396876" y="167096"/>
                </a:lnTo>
                <a:lnTo>
                  <a:pt x="396876" y="409575"/>
                </a:lnTo>
                <a:lnTo>
                  <a:pt x="357188" y="409575"/>
                </a:lnTo>
                <a:lnTo>
                  <a:pt x="357188" y="206338"/>
                </a:lnTo>
                <a:lnTo>
                  <a:pt x="357454" y="203421"/>
                </a:lnTo>
                <a:lnTo>
                  <a:pt x="358120" y="200239"/>
                </a:lnTo>
                <a:lnTo>
                  <a:pt x="359319" y="197057"/>
                </a:lnTo>
                <a:lnTo>
                  <a:pt x="360784" y="194008"/>
                </a:lnTo>
                <a:lnTo>
                  <a:pt x="362515" y="191224"/>
                </a:lnTo>
                <a:lnTo>
                  <a:pt x="364380" y="189103"/>
                </a:lnTo>
                <a:lnTo>
                  <a:pt x="389684" y="164046"/>
                </a:lnTo>
                <a:lnTo>
                  <a:pt x="391283" y="162721"/>
                </a:lnTo>
                <a:lnTo>
                  <a:pt x="392881" y="162058"/>
                </a:lnTo>
                <a:close/>
                <a:moveTo>
                  <a:pt x="290622" y="0"/>
                </a:moveTo>
                <a:lnTo>
                  <a:pt x="435205" y="0"/>
                </a:lnTo>
                <a:lnTo>
                  <a:pt x="439180" y="395"/>
                </a:lnTo>
                <a:lnTo>
                  <a:pt x="442891" y="1581"/>
                </a:lnTo>
                <a:lnTo>
                  <a:pt x="446204" y="3426"/>
                </a:lnTo>
                <a:lnTo>
                  <a:pt x="449252" y="5798"/>
                </a:lnTo>
                <a:lnTo>
                  <a:pt x="451903" y="8697"/>
                </a:lnTo>
                <a:lnTo>
                  <a:pt x="453890" y="11991"/>
                </a:lnTo>
                <a:lnTo>
                  <a:pt x="455216" y="15549"/>
                </a:lnTo>
                <a:lnTo>
                  <a:pt x="455613" y="19239"/>
                </a:lnTo>
                <a:lnTo>
                  <a:pt x="455613" y="162870"/>
                </a:lnTo>
                <a:lnTo>
                  <a:pt x="455348" y="164978"/>
                </a:lnTo>
                <a:lnTo>
                  <a:pt x="454818" y="166559"/>
                </a:lnTo>
                <a:lnTo>
                  <a:pt x="454023" y="167482"/>
                </a:lnTo>
                <a:lnTo>
                  <a:pt x="452830" y="168009"/>
                </a:lnTo>
                <a:lnTo>
                  <a:pt x="451637" y="167877"/>
                </a:lnTo>
                <a:lnTo>
                  <a:pt x="450047" y="167086"/>
                </a:lnTo>
                <a:lnTo>
                  <a:pt x="448457" y="165769"/>
                </a:lnTo>
                <a:lnTo>
                  <a:pt x="397701" y="115695"/>
                </a:lnTo>
                <a:lnTo>
                  <a:pt x="228072" y="283309"/>
                </a:lnTo>
                <a:lnTo>
                  <a:pt x="225951" y="284890"/>
                </a:lnTo>
                <a:lnTo>
                  <a:pt x="223433" y="285944"/>
                </a:lnTo>
                <a:lnTo>
                  <a:pt x="220783" y="286208"/>
                </a:lnTo>
                <a:lnTo>
                  <a:pt x="218265" y="285944"/>
                </a:lnTo>
                <a:lnTo>
                  <a:pt x="215880" y="284890"/>
                </a:lnTo>
                <a:lnTo>
                  <a:pt x="213627" y="283309"/>
                </a:lnTo>
                <a:lnTo>
                  <a:pt x="162208" y="232445"/>
                </a:lnTo>
                <a:lnTo>
                  <a:pt x="70502" y="323235"/>
                </a:lnTo>
                <a:lnTo>
                  <a:pt x="66394" y="326793"/>
                </a:lnTo>
                <a:lnTo>
                  <a:pt x="61756" y="329561"/>
                </a:lnTo>
                <a:lnTo>
                  <a:pt x="56985" y="331932"/>
                </a:lnTo>
                <a:lnTo>
                  <a:pt x="52082" y="333645"/>
                </a:lnTo>
                <a:lnTo>
                  <a:pt x="46913" y="334568"/>
                </a:lnTo>
                <a:lnTo>
                  <a:pt x="41745" y="334963"/>
                </a:lnTo>
                <a:lnTo>
                  <a:pt x="36444" y="334568"/>
                </a:lnTo>
                <a:lnTo>
                  <a:pt x="31408" y="333645"/>
                </a:lnTo>
                <a:lnTo>
                  <a:pt x="26372" y="331932"/>
                </a:lnTo>
                <a:lnTo>
                  <a:pt x="21601" y="329561"/>
                </a:lnTo>
                <a:lnTo>
                  <a:pt x="17096" y="326793"/>
                </a:lnTo>
                <a:lnTo>
                  <a:pt x="12855" y="323235"/>
                </a:lnTo>
                <a:lnTo>
                  <a:pt x="11927" y="322050"/>
                </a:lnTo>
                <a:lnTo>
                  <a:pt x="8349" y="317965"/>
                </a:lnTo>
                <a:lnTo>
                  <a:pt x="5301" y="313616"/>
                </a:lnTo>
                <a:lnTo>
                  <a:pt x="3048" y="308741"/>
                </a:lnTo>
                <a:lnTo>
                  <a:pt x="1325" y="303865"/>
                </a:lnTo>
                <a:lnTo>
                  <a:pt x="265" y="298726"/>
                </a:lnTo>
                <a:lnTo>
                  <a:pt x="0" y="293719"/>
                </a:lnTo>
                <a:lnTo>
                  <a:pt x="265" y="288448"/>
                </a:lnTo>
                <a:lnTo>
                  <a:pt x="1325" y="283572"/>
                </a:lnTo>
                <a:lnTo>
                  <a:pt x="3048" y="278697"/>
                </a:lnTo>
                <a:lnTo>
                  <a:pt x="5301" y="273821"/>
                </a:lnTo>
                <a:lnTo>
                  <a:pt x="8349" y="269473"/>
                </a:lnTo>
                <a:lnTo>
                  <a:pt x="11927" y="265256"/>
                </a:lnTo>
                <a:lnTo>
                  <a:pt x="155052" y="123865"/>
                </a:lnTo>
                <a:lnTo>
                  <a:pt x="157172" y="122284"/>
                </a:lnTo>
                <a:lnTo>
                  <a:pt x="159557" y="121230"/>
                </a:lnTo>
                <a:lnTo>
                  <a:pt x="162208" y="120966"/>
                </a:lnTo>
                <a:lnTo>
                  <a:pt x="164726" y="121230"/>
                </a:lnTo>
                <a:lnTo>
                  <a:pt x="167244" y="122284"/>
                </a:lnTo>
                <a:lnTo>
                  <a:pt x="169497" y="123865"/>
                </a:lnTo>
                <a:lnTo>
                  <a:pt x="220783" y="174597"/>
                </a:lnTo>
                <a:lnTo>
                  <a:pt x="318055" y="78536"/>
                </a:lnTo>
                <a:lnTo>
                  <a:pt x="338993" y="57848"/>
                </a:lnTo>
                <a:lnTo>
                  <a:pt x="287707" y="7116"/>
                </a:lnTo>
                <a:lnTo>
                  <a:pt x="286382" y="5403"/>
                </a:lnTo>
                <a:lnTo>
                  <a:pt x="285587" y="3953"/>
                </a:lnTo>
                <a:lnTo>
                  <a:pt x="285454" y="2636"/>
                </a:lnTo>
                <a:lnTo>
                  <a:pt x="285852" y="1581"/>
                </a:lnTo>
                <a:lnTo>
                  <a:pt x="286912" y="791"/>
                </a:lnTo>
                <a:lnTo>
                  <a:pt x="288502" y="2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16" tIns="45708" rIns="91416" bIns="45708" numCol="1" anchor="t" anchorCtr="0" compatLnSpc="1">
            <a:noAutofit/>
          </a:bodyPr>
          <a:lstStyle/>
          <a:p>
            <a:endParaRPr lang="en-IN" sz="2800" dirty="0"/>
          </a:p>
        </p:txBody>
      </p:sp>
      <p:grpSp>
        <p:nvGrpSpPr>
          <p:cNvPr id="65" name="Group 87"/>
          <p:cNvGrpSpPr/>
          <p:nvPr/>
        </p:nvGrpSpPr>
        <p:grpSpPr>
          <a:xfrm>
            <a:off x="1452646" y="2385183"/>
            <a:ext cx="541464" cy="485873"/>
            <a:chOff x="3270126" y="2762664"/>
            <a:chExt cx="684000" cy="613776"/>
          </a:xfrm>
          <a:solidFill>
            <a:schemeClr val="bg1"/>
          </a:solidFill>
        </p:grpSpPr>
        <p:sp>
          <p:nvSpPr>
            <p:cNvPr id="66" name="Freeform 51"/>
            <p:cNvSpPr/>
            <p:nvPr/>
          </p:nvSpPr>
          <p:spPr bwMode="auto">
            <a:xfrm>
              <a:off x="3387901" y="2872777"/>
              <a:ext cx="294437" cy="55057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7" name="Freeform 52"/>
            <p:cNvSpPr/>
            <p:nvPr/>
          </p:nvSpPr>
          <p:spPr bwMode="auto">
            <a:xfrm>
              <a:off x="3387901" y="2976771"/>
              <a:ext cx="294437" cy="55057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8" name="Freeform 53"/>
            <p:cNvSpPr/>
            <p:nvPr/>
          </p:nvSpPr>
          <p:spPr bwMode="auto">
            <a:xfrm>
              <a:off x="3387901" y="3080767"/>
              <a:ext cx="178928" cy="57095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9" name="Freeform 54"/>
            <p:cNvSpPr/>
            <p:nvPr/>
          </p:nvSpPr>
          <p:spPr bwMode="auto">
            <a:xfrm>
              <a:off x="3270126" y="2762664"/>
              <a:ext cx="529987" cy="613776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70" name="Freeform 55"/>
            <p:cNvSpPr/>
            <p:nvPr/>
          </p:nvSpPr>
          <p:spPr bwMode="auto">
            <a:xfrm>
              <a:off x="3627980" y="2831994"/>
              <a:ext cx="326146" cy="438412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71" name="Freeform 56"/>
            <p:cNvSpPr/>
            <p:nvPr/>
          </p:nvSpPr>
          <p:spPr bwMode="auto">
            <a:xfrm>
              <a:off x="3369782" y="3184761"/>
              <a:ext cx="237815" cy="108074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</p:grpSp>
      <p:sp>
        <p:nvSpPr>
          <p:cNvPr id="72" name="Freeform 47"/>
          <p:cNvSpPr/>
          <p:nvPr/>
        </p:nvSpPr>
        <p:spPr bwMode="auto">
          <a:xfrm>
            <a:off x="3604429" y="4804645"/>
            <a:ext cx="565092" cy="567090"/>
          </a:xfrm>
          <a:custGeom>
            <a:avLst/>
            <a:gdLst>
              <a:gd name="connsiteX0" fmla="*/ 405475 w 898525"/>
              <a:gd name="connsiteY0" fmla="*/ 296862 h 901700"/>
              <a:gd name="connsiteX1" fmla="*/ 423671 w 898525"/>
              <a:gd name="connsiteY1" fmla="*/ 297916 h 901700"/>
              <a:gd name="connsiteX2" fmla="*/ 440812 w 898525"/>
              <a:gd name="connsiteY2" fmla="*/ 300288 h 901700"/>
              <a:gd name="connsiteX3" fmla="*/ 457689 w 898525"/>
              <a:gd name="connsiteY3" fmla="*/ 303977 h 901700"/>
              <a:gd name="connsiteX4" fmla="*/ 474039 w 898525"/>
              <a:gd name="connsiteY4" fmla="*/ 309248 h 901700"/>
              <a:gd name="connsiteX5" fmla="*/ 489598 w 898525"/>
              <a:gd name="connsiteY5" fmla="*/ 315836 h 901700"/>
              <a:gd name="connsiteX6" fmla="*/ 488015 w 898525"/>
              <a:gd name="connsiteY6" fmla="*/ 317418 h 901700"/>
              <a:gd name="connsiteX7" fmla="*/ 413386 w 898525"/>
              <a:gd name="connsiteY7" fmla="*/ 391998 h 901700"/>
              <a:gd name="connsiteX8" fmla="*/ 405475 w 898525"/>
              <a:gd name="connsiteY8" fmla="*/ 391734 h 901700"/>
              <a:gd name="connsiteX9" fmla="*/ 392553 w 898525"/>
              <a:gd name="connsiteY9" fmla="*/ 392525 h 901700"/>
              <a:gd name="connsiteX10" fmla="*/ 379895 w 898525"/>
              <a:gd name="connsiteY10" fmla="*/ 395160 h 901700"/>
              <a:gd name="connsiteX11" fmla="*/ 367764 w 898525"/>
              <a:gd name="connsiteY11" fmla="*/ 398850 h 901700"/>
              <a:gd name="connsiteX12" fmla="*/ 356425 w 898525"/>
              <a:gd name="connsiteY12" fmla="*/ 404120 h 901700"/>
              <a:gd name="connsiteX13" fmla="*/ 345876 w 898525"/>
              <a:gd name="connsiteY13" fmla="*/ 410445 h 901700"/>
              <a:gd name="connsiteX14" fmla="*/ 336119 w 898525"/>
              <a:gd name="connsiteY14" fmla="*/ 418088 h 901700"/>
              <a:gd name="connsiteX15" fmla="*/ 327417 w 898525"/>
              <a:gd name="connsiteY15" fmla="*/ 426784 h 901700"/>
              <a:gd name="connsiteX16" fmla="*/ 319769 w 898525"/>
              <a:gd name="connsiteY16" fmla="*/ 436535 h 901700"/>
              <a:gd name="connsiteX17" fmla="*/ 313177 w 898525"/>
              <a:gd name="connsiteY17" fmla="*/ 447076 h 901700"/>
              <a:gd name="connsiteX18" fmla="*/ 307903 w 898525"/>
              <a:gd name="connsiteY18" fmla="*/ 458408 h 901700"/>
              <a:gd name="connsiteX19" fmla="*/ 304211 w 898525"/>
              <a:gd name="connsiteY19" fmla="*/ 470531 h 901700"/>
              <a:gd name="connsiteX20" fmla="*/ 302101 w 898525"/>
              <a:gd name="connsiteY20" fmla="*/ 482917 h 901700"/>
              <a:gd name="connsiteX21" fmla="*/ 301310 w 898525"/>
              <a:gd name="connsiteY21" fmla="*/ 496094 h 901700"/>
              <a:gd name="connsiteX22" fmla="*/ 302101 w 898525"/>
              <a:gd name="connsiteY22" fmla="*/ 509270 h 901700"/>
              <a:gd name="connsiteX23" fmla="*/ 304211 w 898525"/>
              <a:gd name="connsiteY23" fmla="*/ 521656 h 901700"/>
              <a:gd name="connsiteX24" fmla="*/ 307903 w 898525"/>
              <a:gd name="connsiteY24" fmla="*/ 534042 h 901700"/>
              <a:gd name="connsiteX25" fmla="*/ 313177 w 898525"/>
              <a:gd name="connsiteY25" fmla="*/ 545374 h 901700"/>
              <a:gd name="connsiteX26" fmla="*/ 319769 w 898525"/>
              <a:gd name="connsiteY26" fmla="*/ 555916 h 901700"/>
              <a:gd name="connsiteX27" fmla="*/ 327417 w 898525"/>
              <a:gd name="connsiteY27" fmla="*/ 565403 h 901700"/>
              <a:gd name="connsiteX28" fmla="*/ 336119 w 898525"/>
              <a:gd name="connsiteY28" fmla="*/ 574100 h 901700"/>
              <a:gd name="connsiteX29" fmla="*/ 345613 w 898525"/>
              <a:gd name="connsiteY29" fmla="*/ 581742 h 901700"/>
              <a:gd name="connsiteX30" fmla="*/ 356425 w 898525"/>
              <a:gd name="connsiteY30" fmla="*/ 588330 h 901700"/>
              <a:gd name="connsiteX31" fmla="*/ 367501 w 898525"/>
              <a:gd name="connsiteY31" fmla="*/ 593601 h 901700"/>
              <a:gd name="connsiteX32" fmla="*/ 379895 w 898525"/>
              <a:gd name="connsiteY32" fmla="*/ 597291 h 901700"/>
              <a:gd name="connsiteX33" fmla="*/ 392553 w 898525"/>
              <a:gd name="connsiteY33" fmla="*/ 599926 h 901700"/>
              <a:gd name="connsiteX34" fmla="*/ 405475 w 898525"/>
              <a:gd name="connsiteY34" fmla="*/ 600716 h 901700"/>
              <a:gd name="connsiteX35" fmla="*/ 418660 w 898525"/>
              <a:gd name="connsiteY35" fmla="*/ 599926 h 901700"/>
              <a:gd name="connsiteX36" fmla="*/ 431318 w 898525"/>
              <a:gd name="connsiteY36" fmla="*/ 597291 h 901700"/>
              <a:gd name="connsiteX37" fmla="*/ 443185 w 898525"/>
              <a:gd name="connsiteY37" fmla="*/ 593601 h 901700"/>
              <a:gd name="connsiteX38" fmla="*/ 454788 w 898525"/>
              <a:gd name="connsiteY38" fmla="*/ 588330 h 901700"/>
              <a:gd name="connsiteX39" fmla="*/ 465073 w 898525"/>
              <a:gd name="connsiteY39" fmla="*/ 581742 h 901700"/>
              <a:gd name="connsiteX40" fmla="*/ 474830 w 898525"/>
              <a:gd name="connsiteY40" fmla="*/ 574100 h 901700"/>
              <a:gd name="connsiteX41" fmla="*/ 483796 w 898525"/>
              <a:gd name="connsiteY41" fmla="*/ 565403 h 901700"/>
              <a:gd name="connsiteX42" fmla="*/ 491444 w 898525"/>
              <a:gd name="connsiteY42" fmla="*/ 555916 h 901700"/>
              <a:gd name="connsiteX43" fmla="*/ 497773 w 898525"/>
              <a:gd name="connsiteY43" fmla="*/ 545374 h 901700"/>
              <a:gd name="connsiteX44" fmla="*/ 503047 w 898525"/>
              <a:gd name="connsiteY44" fmla="*/ 534042 h 901700"/>
              <a:gd name="connsiteX45" fmla="*/ 507003 w 898525"/>
              <a:gd name="connsiteY45" fmla="*/ 521656 h 901700"/>
              <a:gd name="connsiteX46" fmla="*/ 509112 w 898525"/>
              <a:gd name="connsiteY46" fmla="*/ 509270 h 901700"/>
              <a:gd name="connsiteX47" fmla="*/ 509903 w 898525"/>
              <a:gd name="connsiteY47" fmla="*/ 496094 h 901700"/>
              <a:gd name="connsiteX48" fmla="*/ 509640 w 898525"/>
              <a:gd name="connsiteY48" fmla="*/ 488188 h 901700"/>
              <a:gd name="connsiteX49" fmla="*/ 584533 w 898525"/>
              <a:gd name="connsiteY49" fmla="*/ 413608 h 901700"/>
              <a:gd name="connsiteX50" fmla="*/ 585851 w 898525"/>
              <a:gd name="connsiteY50" fmla="*/ 412026 h 901700"/>
              <a:gd name="connsiteX51" fmla="*/ 592444 w 898525"/>
              <a:gd name="connsiteY51" fmla="*/ 427838 h 901700"/>
              <a:gd name="connsiteX52" fmla="*/ 597982 w 898525"/>
              <a:gd name="connsiteY52" fmla="*/ 443914 h 901700"/>
              <a:gd name="connsiteX53" fmla="*/ 601410 w 898525"/>
              <a:gd name="connsiteY53" fmla="*/ 460780 h 901700"/>
              <a:gd name="connsiteX54" fmla="*/ 603783 w 898525"/>
              <a:gd name="connsiteY54" fmla="*/ 478437 h 901700"/>
              <a:gd name="connsiteX55" fmla="*/ 604838 w 898525"/>
              <a:gd name="connsiteY55" fmla="*/ 496094 h 901700"/>
              <a:gd name="connsiteX56" fmla="*/ 603783 w 898525"/>
              <a:gd name="connsiteY56" fmla="*/ 514277 h 901700"/>
              <a:gd name="connsiteX57" fmla="*/ 601410 w 898525"/>
              <a:gd name="connsiteY57" fmla="*/ 531934 h 901700"/>
              <a:gd name="connsiteX58" fmla="*/ 597718 w 898525"/>
              <a:gd name="connsiteY58" fmla="*/ 549064 h 901700"/>
              <a:gd name="connsiteX59" fmla="*/ 592180 w 898525"/>
              <a:gd name="connsiteY59" fmla="*/ 565666 h 901700"/>
              <a:gd name="connsiteX60" fmla="*/ 585588 w 898525"/>
              <a:gd name="connsiteY60" fmla="*/ 581479 h 901700"/>
              <a:gd name="connsiteX61" fmla="*/ 577413 w 898525"/>
              <a:gd name="connsiteY61" fmla="*/ 596500 h 901700"/>
              <a:gd name="connsiteX62" fmla="*/ 568447 w 898525"/>
              <a:gd name="connsiteY62" fmla="*/ 610994 h 901700"/>
              <a:gd name="connsiteX63" fmla="*/ 557898 w 898525"/>
              <a:gd name="connsiteY63" fmla="*/ 624435 h 901700"/>
              <a:gd name="connsiteX64" fmla="*/ 546295 w 898525"/>
              <a:gd name="connsiteY64" fmla="*/ 637084 h 901700"/>
              <a:gd name="connsiteX65" fmla="*/ 533901 w 898525"/>
              <a:gd name="connsiteY65" fmla="*/ 648416 h 901700"/>
              <a:gd name="connsiteX66" fmla="*/ 520188 w 898525"/>
              <a:gd name="connsiteY66" fmla="*/ 658957 h 901700"/>
              <a:gd name="connsiteX67" fmla="*/ 506211 w 898525"/>
              <a:gd name="connsiteY67" fmla="*/ 668181 h 901700"/>
              <a:gd name="connsiteX68" fmla="*/ 491180 w 898525"/>
              <a:gd name="connsiteY68" fmla="*/ 676087 h 901700"/>
              <a:gd name="connsiteX69" fmla="*/ 474830 w 898525"/>
              <a:gd name="connsiteY69" fmla="*/ 682939 h 901700"/>
              <a:gd name="connsiteX70" fmla="*/ 458480 w 898525"/>
              <a:gd name="connsiteY70" fmla="*/ 688210 h 901700"/>
              <a:gd name="connsiteX71" fmla="*/ 441339 w 898525"/>
              <a:gd name="connsiteY71" fmla="*/ 691899 h 901700"/>
              <a:gd name="connsiteX72" fmla="*/ 423671 w 898525"/>
              <a:gd name="connsiteY72" fmla="*/ 694271 h 901700"/>
              <a:gd name="connsiteX73" fmla="*/ 405475 w 898525"/>
              <a:gd name="connsiteY73" fmla="*/ 695325 h 901700"/>
              <a:gd name="connsiteX74" fmla="*/ 387542 w 898525"/>
              <a:gd name="connsiteY74" fmla="*/ 694271 h 901700"/>
              <a:gd name="connsiteX75" fmla="*/ 369874 w 898525"/>
              <a:gd name="connsiteY75" fmla="*/ 691899 h 901700"/>
              <a:gd name="connsiteX76" fmla="*/ 352469 w 898525"/>
              <a:gd name="connsiteY76" fmla="*/ 688210 h 901700"/>
              <a:gd name="connsiteX77" fmla="*/ 336119 w 898525"/>
              <a:gd name="connsiteY77" fmla="*/ 682675 h 901700"/>
              <a:gd name="connsiteX78" fmla="*/ 320297 w 898525"/>
              <a:gd name="connsiteY78" fmla="*/ 676087 h 901700"/>
              <a:gd name="connsiteX79" fmla="*/ 305002 w 898525"/>
              <a:gd name="connsiteY79" fmla="*/ 668181 h 901700"/>
              <a:gd name="connsiteX80" fmla="*/ 290761 w 898525"/>
              <a:gd name="connsiteY80" fmla="*/ 658957 h 901700"/>
              <a:gd name="connsiteX81" fmla="*/ 277312 w 898525"/>
              <a:gd name="connsiteY81" fmla="*/ 648416 h 901700"/>
              <a:gd name="connsiteX82" fmla="*/ 264918 w 898525"/>
              <a:gd name="connsiteY82" fmla="*/ 637084 h 901700"/>
              <a:gd name="connsiteX83" fmla="*/ 253315 w 898525"/>
              <a:gd name="connsiteY83" fmla="*/ 624435 h 901700"/>
              <a:gd name="connsiteX84" fmla="*/ 243030 w 898525"/>
              <a:gd name="connsiteY84" fmla="*/ 610731 h 901700"/>
              <a:gd name="connsiteX85" fmla="*/ 233801 w 898525"/>
              <a:gd name="connsiteY85" fmla="*/ 596500 h 901700"/>
              <a:gd name="connsiteX86" fmla="*/ 225889 w 898525"/>
              <a:gd name="connsiteY86" fmla="*/ 581479 h 901700"/>
              <a:gd name="connsiteX87" fmla="*/ 219033 w 898525"/>
              <a:gd name="connsiteY87" fmla="*/ 565403 h 901700"/>
              <a:gd name="connsiteX88" fmla="*/ 213495 w 898525"/>
              <a:gd name="connsiteY88" fmla="*/ 549064 h 901700"/>
              <a:gd name="connsiteX89" fmla="*/ 209539 w 898525"/>
              <a:gd name="connsiteY89" fmla="*/ 531934 h 901700"/>
              <a:gd name="connsiteX90" fmla="*/ 207166 w 898525"/>
              <a:gd name="connsiteY90" fmla="*/ 514014 h 901700"/>
              <a:gd name="connsiteX91" fmla="*/ 206375 w 898525"/>
              <a:gd name="connsiteY91" fmla="*/ 496094 h 901700"/>
              <a:gd name="connsiteX92" fmla="*/ 207166 w 898525"/>
              <a:gd name="connsiteY92" fmla="*/ 478173 h 901700"/>
              <a:gd name="connsiteX93" fmla="*/ 209539 w 898525"/>
              <a:gd name="connsiteY93" fmla="*/ 460253 h 901700"/>
              <a:gd name="connsiteX94" fmla="*/ 213495 w 898525"/>
              <a:gd name="connsiteY94" fmla="*/ 443123 h 901700"/>
              <a:gd name="connsiteX95" fmla="*/ 219033 w 898525"/>
              <a:gd name="connsiteY95" fmla="*/ 426784 h 901700"/>
              <a:gd name="connsiteX96" fmla="*/ 225889 w 898525"/>
              <a:gd name="connsiteY96" fmla="*/ 410972 h 901700"/>
              <a:gd name="connsiteX97" fmla="*/ 233801 w 898525"/>
              <a:gd name="connsiteY97" fmla="*/ 395687 h 901700"/>
              <a:gd name="connsiteX98" fmla="*/ 243030 w 898525"/>
              <a:gd name="connsiteY98" fmla="*/ 381456 h 901700"/>
              <a:gd name="connsiteX99" fmla="*/ 253315 w 898525"/>
              <a:gd name="connsiteY99" fmla="*/ 367753 h 901700"/>
              <a:gd name="connsiteX100" fmla="*/ 264918 w 898525"/>
              <a:gd name="connsiteY100" fmla="*/ 355367 h 901700"/>
              <a:gd name="connsiteX101" fmla="*/ 277312 w 898525"/>
              <a:gd name="connsiteY101" fmla="*/ 344035 h 901700"/>
              <a:gd name="connsiteX102" fmla="*/ 290761 w 898525"/>
              <a:gd name="connsiteY102" fmla="*/ 333493 h 901700"/>
              <a:gd name="connsiteX103" fmla="*/ 305002 w 898525"/>
              <a:gd name="connsiteY103" fmla="*/ 324270 h 901700"/>
              <a:gd name="connsiteX104" fmla="*/ 320297 w 898525"/>
              <a:gd name="connsiteY104" fmla="*/ 316100 h 901700"/>
              <a:gd name="connsiteX105" fmla="*/ 336119 w 898525"/>
              <a:gd name="connsiteY105" fmla="*/ 309512 h 901700"/>
              <a:gd name="connsiteX106" fmla="*/ 352469 w 898525"/>
              <a:gd name="connsiteY106" fmla="*/ 303977 h 901700"/>
              <a:gd name="connsiteX107" fmla="*/ 369874 w 898525"/>
              <a:gd name="connsiteY107" fmla="*/ 300288 h 901700"/>
              <a:gd name="connsiteX108" fmla="*/ 387542 w 898525"/>
              <a:gd name="connsiteY108" fmla="*/ 297916 h 901700"/>
              <a:gd name="connsiteX109" fmla="*/ 405474 w 898525"/>
              <a:gd name="connsiteY109" fmla="*/ 90487 h 901700"/>
              <a:gd name="connsiteX110" fmla="*/ 430602 w 898525"/>
              <a:gd name="connsiteY110" fmla="*/ 91280 h 901700"/>
              <a:gd name="connsiteX111" fmla="*/ 455200 w 898525"/>
              <a:gd name="connsiteY111" fmla="*/ 93659 h 901700"/>
              <a:gd name="connsiteX112" fmla="*/ 479269 w 898525"/>
              <a:gd name="connsiteY112" fmla="*/ 97095 h 901700"/>
              <a:gd name="connsiteX113" fmla="*/ 502809 w 898525"/>
              <a:gd name="connsiteY113" fmla="*/ 102382 h 901700"/>
              <a:gd name="connsiteX114" fmla="*/ 526085 w 898525"/>
              <a:gd name="connsiteY114" fmla="*/ 108990 h 901700"/>
              <a:gd name="connsiteX115" fmla="*/ 548567 w 898525"/>
              <a:gd name="connsiteY115" fmla="*/ 116655 h 901700"/>
              <a:gd name="connsiteX116" fmla="*/ 570521 w 898525"/>
              <a:gd name="connsiteY116" fmla="*/ 125642 h 901700"/>
              <a:gd name="connsiteX117" fmla="*/ 591945 w 898525"/>
              <a:gd name="connsiteY117" fmla="*/ 135687 h 901700"/>
              <a:gd name="connsiteX118" fmla="*/ 591416 w 898525"/>
              <a:gd name="connsiteY118" fmla="*/ 142823 h 901700"/>
              <a:gd name="connsiteX119" fmla="*/ 591681 w 898525"/>
              <a:gd name="connsiteY119" fmla="*/ 149960 h 901700"/>
              <a:gd name="connsiteX120" fmla="*/ 596177 w 898525"/>
              <a:gd name="connsiteY120" fmla="*/ 209169 h 901700"/>
              <a:gd name="connsiteX121" fmla="*/ 562586 w 898525"/>
              <a:gd name="connsiteY121" fmla="*/ 242474 h 901700"/>
              <a:gd name="connsiteX122" fmla="*/ 545129 w 898525"/>
              <a:gd name="connsiteY122" fmla="*/ 232694 h 901700"/>
              <a:gd name="connsiteX123" fmla="*/ 526879 w 898525"/>
              <a:gd name="connsiteY123" fmla="*/ 223707 h 901700"/>
              <a:gd name="connsiteX124" fmla="*/ 508099 w 898525"/>
              <a:gd name="connsiteY124" fmla="*/ 216041 h 901700"/>
              <a:gd name="connsiteX125" fmla="*/ 488527 w 898525"/>
              <a:gd name="connsiteY125" fmla="*/ 209698 h 901700"/>
              <a:gd name="connsiteX126" fmla="*/ 468689 w 898525"/>
              <a:gd name="connsiteY126" fmla="*/ 204675 h 901700"/>
              <a:gd name="connsiteX127" fmla="*/ 448058 w 898525"/>
              <a:gd name="connsiteY127" fmla="*/ 200975 h 901700"/>
              <a:gd name="connsiteX128" fmla="*/ 426899 w 898525"/>
              <a:gd name="connsiteY128" fmla="*/ 198860 h 901700"/>
              <a:gd name="connsiteX129" fmla="*/ 405474 w 898525"/>
              <a:gd name="connsiteY129" fmla="*/ 197803 h 901700"/>
              <a:gd name="connsiteX130" fmla="*/ 383256 w 898525"/>
              <a:gd name="connsiteY130" fmla="*/ 198860 h 901700"/>
              <a:gd name="connsiteX131" fmla="*/ 361303 w 898525"/>
              <a:gd name="connsiteY131" fmla="*/ 201239 h 901700"/>
              <a:gd name="connsiteX132" fmla="*/ 340408 w 898525"/>
              <a:gd name="connsiteY132" fmla="*/ 204940 h 901700"/>
              <a:gd name="connsiteX133" fmla="*/ 319513 w 898525"/>
              <a:gd name="connsiteY133" fmla="*/ 210491 h 901700"/>
              <a:gd name="connsiteX134" fmla="*/ 299146 w 898525"/>
              <a:gd name="connsiteY134" fmla="*/ 217363 h 901700"/>
              <a:gd name="connsiteX135" fmla="*/ 279838 w 898525"/>
              <a:gd name="connsiteY135" fmla="*/ 225557 h 901700"/>
              <a:gd name="connsiteX136" fmla="*/ 261059 w 898525"/>
              <a:gd name="connsiteY136" fmla="*/ 235073 h 901700"/>
              <a:gd name="connsiteX137" fmla="*/ 243337 w 898525"/>
              <a:gd name="connsiteY137" fmla="*/ 246174 h 901700"/>
              <a:gd name="connsiteX138" fmla="*/ 226145 w 898525"/>
              <a:gd name="connsiteY138" fmla="*/ 257805 h 901700"/>
              <a:gd name="connsiteX139" fmla="*/ 210011 w 898525"/>
              <a:gd name="connsiteY139" fmla="*/ 271021 h 901700"/>
              <a:gd name="connsiteX140" fmla="*/ 194934 w 898525"/>
              <a:gd name="connsiteY140" fmla="*/ 285294 h 901700"/>
              <a:gd name="connsiteX141" fmla="*/ 180651 w 898525"/>
              <a:gd name="connsiteY141" fmla="*/ 300361 h 901700"/>
              <a:gd name="connsiteX142" fmla="*/ 167427 w 898525"/>
              <a:gd name="connsiteY142" fmla="*/ 316749 h 901700"/>
              <a:gd name="connsiteX143" fmla="*/ 155260 w 898525"/>
              <a:gd name="connsiteY143" fmla="*/ 333666 h 901700"/>
              <a:gd name="connsiteX144" fmla="*/ 144680 w 898525"/>
              <a:gd name="connsiteY144" fmla="*/ 351640 h 901700"/>
              <a:gd name="connsiteX145" fmla="*/ 135158 w 898525"/>
              <a:gd name="connsiteY145" fmla="*/ 370407 h 901700"/>
              <a:gd name="connsiteX146" fmla="*/ 126959 w 898525"/>
              <a:gd name="connsiteY146" fmla="*/ 389967 h 901700"/>
              <a:gd name="connsiteX147" fmla="*/ 120082 w 898525"/>
              <a:gd name="connsiteY147" fmla="*/ 410056 h 901700"/>
              <a:gd name="connsiteX148" fmla="*/ 114527 w 898525"/>
              <a:gd name="connsiteY148" fmla="*/ 430673 h 901700"/>
              <a:gd name="connsiteX149" fmla="*/ 110824 w 898525"/>
              <a:gd name="connsiteY149" fmla="*/ 452083 h 901700"/>
              <a:gd name="connsiteX150" fmla="*/ 108179 w 898525"/>
              <a:gd name="connsiteY150" fmla="*/ 473758 h 901700"/>
              <a:gd name="connsiteX151" fmla="*/ 107386 w 898525"/>
              <a:gd name="connsiteY151" fmla="*/ 495961 h 901700"/>
              <a:gd name="connsiteX152" fmla="*/ 108179 w 898525"/>
              <a:gd name="connsiteY152" fmla="*/ 518429 h 901700"/>
              <a:gd name="connsiteX153" fmla="*/ 110824 w 898525"/>
              <a:gd name="connsiteY153" fmla="*/ 540104 h 901700"/>
              <a:gd name="connsiteX154" fmla="*/ 114527 w 898525"/>
              <a:gd name="connsiteY154" fmla="*/ 561514 h 901700"/>
              <a:gd name="connsiteX155" fmla="*/ 120082 w 898525"/>
              <a:gd name="connsiteY155" fmla="*/ 582131 h 901700"/>
              <a:gd name="connsiteX156" fmla="*/ 126959 w 898525"/>
              <a:gd name="connsiteY156" fmla="*/ 602220 h 901700"/>
              <a:gd name="connsiteX157" fmla="*/ 135158 w 898525"/>
              <a:gd name="connsiteY157" fmla="*/ 621780 h 901700"/>
              <a:gd name="connsiteX158" fmla="*/ 144680 w 898525"/>
              <a:gd name="connsiteY158" fmla="*/ 640283 h 901700"/>
              <a:gd name="connsiteX159" fmla="*/ 155260 w 898525"/>
              <a:gd name="connsiteY159" fmla="*/ 658521 h 901700"/>
              <a:gd name="connsiteX160" fmla="*/ 167427 w 898525"/>
              <a:gd name="connsiteY160" fmla="*/ 675438 h 901700"/>
              <a:gd name="connsiteX161" fmla="*/ 180651 w 898525"/>
              <a:gd name="connsiteY161" fmla="*/ 691562 h 901700"/>
              <a:gd name="connsiteX162" fmla="*/ 194934 w 898525"/>
              <a:gd name="connsiteY162" fmla="*/ 706893 h 901700"/>
              <a:gd name="connsiteX163" fmla="*/ 210011 w 898525"/>
              <a:gd name="connsiteY163" fmla="*/ 721166 h 901700"/>
              <a:gd name="connsiteX164" fmla="*/ 226409 w 898525"/>
              <a:gd name="connsiteY164" fmla="*/ 734118 h 901700"/>
              <a:gd name="connsiteX165" fmla="*/ 243337 w 898525"/>
              <a:gd name="connsiteY165" fmla="*/ 746013 h 901700"/>
              <a:gd name="connsiteX166" fmla="*/ 261059 w 898525"/>
              <a:gd name="connsiteY166" fmla="*/ 757114 h 901700"/>
              <a:gd name="connsiteX167" fmla="*/ 280102 w 898525"/>
              <a:gd name="connsiteY167" fmla="*/ 766366 h 901700"/>
              <a:gd name="connsiteX168" fmla="*/ 299411 w 898525"/>
              <a:gd name="connsiteY168" fmla="*/ 774560 h 901700"/>
              <a:gd name="connsiteX169" fmla="*/ 319513 w 898525"/>
              <a:gd name="connsiteY169" fmla="*/ 781432 h 901700"/>
              <a:gd name="connsiteX170" fmla="*/ 340408 w 898525"/>
              <a:gd name="connsiteY170" fmla="*/ 786983 h 901700"/>
              <a:gd name="connsiteX171" fmla="*/ 361832 w 898525"/>
              <a:gd name="connsiteY171" fmla="*/ 790948 h 901700"/>
              <a:gd name="connsiteX172" fmla="*/ 383256 w 898525"/>
              <a:gd name="connsiteY172" fmla="*/ 793327 h 901700"/>
              <a:gd name="connsiteX173" fmla="*/ 405474 w 898525"/>
              <a:gd name="connsiteY173" fmla="*/ 794120 h 901700"/>
              <a:gd name="connsiteX174" fmla="*/ 427957 w 898525"/>
              <a:gd name="connsiteY174" fmla="*/ 793327 h 901700"/>
              <a:gd name="connsiteX175" fmla="*/ 449645 w 898525"/>
              <a:gd name="connsiteY175" fmla="*/ 790948 h 901700"/>
              <a:gd name="connsiteX176" fmla="*/ 471070 w 898525"/>
              <a:gd name="connsiteY176" fmla="*/ 786983 h 901700"/>
              <a:gd name="connsiteX177" fmla="*/ 491965 w 898525"/>
              <a:gd name="connsiteY177" fmla="*/ 781432 h 901700"/>
              <a:gd name="connsiteX178" fmla="*/ 511802 w 898525"/>
              <a:gd name="connsiteY178" fmla="*/ 774560 h 901700"/>
              <a:gd name="connsiteX179" fmla="*/ 531375 w 898525"/>
              <a:gd name="connsiteY179" fmla="*/ 766366 h 901700"/>
              <a:gd name="connsiteX180" fmla="*/ 550154 w 898525"/>
              <a:gd name="connsiteY180" fmla="*/ 757114 h 901700"/>
              <a:gd name="connsiteX181" fmla="*/ 568140 w 898525"/>
              <a:gd name="connsiteY181" fmla="*/ 746013 h 901700"/>
              <a:gd name="connsiteX182" fmla="*/ 585068 w 898525"/>
              <a:gd name="connsiteY182" fmla="*/ 734118 h 901700"/>
              <a:gd name="connsiteX183" fmla="*/ 601202 w 898525"/>
              <a:gd name="connsiteY183" fmla="*/ 721166 h 901700"/>
              <a:gd name="connsiteX184" fmla="*/ 616543 w 898525"/>
              <a:gd name="connsiteY184" fmla="*/ 706893 h 901700"/>
              <a:gd name="connsiteX185" fmla="*/ 630826 w 898525"/>
              <a:gd name="connsiteY185" fmla="*/ 691562 h 901700"/>
              <a:gd name="connsiteX186" fmla="*/ 644051 w 898525"/>
              <a:gd name="connsiteY186" fmla="*/ 675438 h 901700"/>
              <a:gd name="connsiteX187" fmla="*/ 655689 w 898525"/>
              <a:gd name="connsiteY187" fmla="*/ 658521 h 901700"/>
              <a:gd name="connsiteX188" fmla="*/ 666798 w 898525"/>
              <a:gd name="connsiteY188" fmla="*/ 640283 h 901700"/>
              <a:gd name="connsiteX189" fmla="*/ 676055 w 898525"/>
              <a:gd name="connsiteY189" fmla="*/ 621780 h 901700"/>
              <a:gd name="connsiteX190" fmla="*/ 684255 w 898525"/>
              <a:gd name="connsiteY190" fmla="*/ 602220 h 901700"/>
              <a:gd name="connsiteX191" fmla="*/ 691396 w 898525"/>
              <a:gd name="connsiteY191" fmla="*/ 582131 h 901700"/>
              <a:gd name="connsiteX192" fmla="*/ 696686 w 898525"/>
              <a:gd name="connsiteY192" fmla="*/ 561514 h 901700"/>
              <a:gd name="connsiteX193" fmla="*/ 700653 w 898525"/>
              <a:gd name="connsiteY193" fmla="*/ 540104 h 901700"/>
              <a:gd name="connsiteX194" fmla="*/ 703034 w 898525"/>
              <a:gd name="connsiteY194" fmla="*/ 518429 h 901700"/>
              <a:gd name="connsiteX195" fmla="*/ 703827 w 898525"/>
              <a:gd name="connsiteY195" fmla="*/ 495961 h 901700"/>
              <a:gd name="connsiteX196" fmla="*/ 703034 w 898525"/>
              <a:gd name="connsiteY196" fmla="*/ 474551 h 901700"/>
              <a:gd name="connsiteX197" fmla="*/ 700918 w 898525"/>
              <a:gd name="connsiteY197" fmla="*/ 453669 h 901700"/>
              <a:gd name="connsiteX198" fmla="*/ 697215 w 898525"/>
              <a:gd name="connsiteY198" fmla="*/ 433316 h 901700"/>
              <a:gd name="connsiteX199" fmla="*/ 692189 w 898525"/>
              <a:gd name="connsiteY199" fmla="*/ 413228 h 901700"/>
              <a:gd name="connsiteX200" fmla="*/ 685842 w 898525"/>
              <a:gd name="connsiteY200" fmla="*/ 393403 h 901700"/>
              <a:gd name="connsiteX201" fmla="*/ 678171 w 898525"/>
              <a:gd name="connsiteY201" fmla="*/ 374901 h 901700"/>
              <a:gd name="connsiteX202" fmla="*/ 669178 w 898525"/>
              <a:gd name="connsiteY202" fmla="*/ 356398 h 901700"/>
              <a:gd name="connsiteX203" fmla="*/ 659392 w 898525"/>
              <a:gd name="connsiteY203" fmla="*/ 338952 h 901700"/>
              <a:gd name="connsiteX204" fmla="*/ 696157 w 898525"/>
              <a:gd name="connsiteY204" fmla="*/ 301947 h 901700"/>
              <a:gd name="connsiteX205" fmla="*/ 747734 w 898525"/>
              <a:gd name="connsiteY205" fmla="*/ 305912 h 901700"/>
              <a:gd name="connsiteX206" fmla="*/ 753817 w 898525"/>
              <a:gd name="connsiteY206" fmla="*/ 306176 h 901700"/>
              <a:gd name="connsiteX207" fmla="*/ 758843 w 898525"/>
              <a:gd name="connsiteY207" fmla="*/ 306176 h 901700"/>
              <a:gd name="connsiteX208" fmla="*/ 763604 w 898525"/>
              <a:gd name="connsiteY208" fmla="*/ 305648 h 901700"/>
              <a:gd name="connsiteX209" fmla="*/ 774713 w 898525"/>
              <a:gd name="connsiteY209" fmla="*/ 327322 h 901700"/>
              <a:gd name="connsiteX210" fmla="*/ 783970 w 898525"/>
              <a:gd name="connsiteY210" fmla="*/ 349790 h 901700"/>
              <a:gd name="connsiteX211" fmla="*/ 792169 w 898525"/>
              <a:gd name="connsiteY211" fmla="*/ 372786 h 901700"/>
              <a:gd name="connsiteX212" fmla="*/ 798782 w 898525"/>
              <a:gd name="connsiteY212" fmla="*/ 396311 h 901700"/>
              <a:gd name="connsiteX213" fmla="*/ 804336 w 898525"/>
              <a:gd name="connsiteY213" fmla="*/ 420365 h 901700"/>
              <a:gd name="connsiteX214" fmla="*/ 808039 w 898525"/>
              <a:gd name="connsiteY214" fmla="*/ 445211 h 901700"/>
              <a:gd name="connsiteX215" fmla="*/ 810420 w 898525"/>
              <a:gd name="connsiteY215" fmla="*/ 470586 h 901700"/>
              <a:gd name="connsiteX216" fmla="*/ 811213 w 898525"/>
              <a:gd name="connsiteY216" fmla="*/ 495961 h 901700"/>
              <a:gd name="connsiteX217" fmla="*/ 810155 w 898525"/>
              <a:gd name="connsiteY217" fmla="*/ 522923 h 901700"/>
              <a:gd name="connsiteX218" fmla="*/ 807775 w 898525"/>
              <a:gd name="connsiteY218" fmla="*/ 548826 h 901700"/>
              <a:gd name="connsiteX219" fmla="*/ 803807 w 898525"/>
              <a:gd name="connsiteY219" fmla="*/ 574466 h 901700"/>
              <a:gd name="connsiteX220" fmla="*/ 797988 w 898525"/>
              <a:gd name="connsiteY220" fmla="*/ 599841 h 901700"/>
              <a:gd name="connsiteX221" fmla="*/ 790582 w 898525"/>
              <a:gd name="connsiteY221" fmla="*/ 624159 h 901700"/>
              <a:gd name="connsiteX222" fmla="*/ 781854 w 898525"/>
              <a:gd name="connsiteY222" fmla="*/ 647948 h 901700"/>
              <a:gd name="connsiteX223" fmla="*/ 771539 w 898525"/>
              <a:gd name="connsiteY223" fmla="*/ 671209 h 901700"/>
              <a:gd name="connsiteX224" fmla="*/ 760165 w 898525"/>
              <a:gd name="connsiteY224" fmla="*/ 693412 h 901700"/>
              <a:gd name="connsiteX225" fmla="*/ 746940 w 898525"/>
              <a:gd name="connsiteY225" fmla="*/ 714822 h 901700"/>
              <a:gd name="connsiteX226" fmla="*/ 732922 w 898525"/>
              <a:gd name="connsiteY226" fmla="*/ 735704 h 901700"/>
              <a:gd name="connsiteX227" fmla="*/ 717581 w 898525"/>
              <a:gd name="connsiteY227" fmla="*/ 755000 h 901700"/>
              <a:gd name="connsiteX228" fmla="*/ 701182 w 898525"/>
              <a:gd name="connsiteY228" fmla="*/ 773767 h 901700"/>
              <a:gd name="connsiteX229" fmla="*/ 683461 w 898525"/>
              <a:gd name="connsiteY229" fmla="*/ 791477 h 901700"/>
              <a:gd name="connsiteX230" fmla="*/ 664682 w 898525"/>
              <a:gd name="connsiteY230" fmla="*/ 807865 h 901700"/>
              <a:gd name="connsiteX231" fmla="*/ 645109 w 898525"/>
              <a:gd name="connsiteY231" fmla="*/ 823196 h 901700"/>
              <a:gd name="connsiteX232" fmla="*/ 624478 w 898525"/>
              <a:gd name="connsiteY232" fmla="*/ 837469 h 901700"/>
              <a:gd name="connsiteX233" fmla="*/ 603054 w 898525"/>
              <a:gd name="connsiteY233" fmla="*/ 850421 h 901700"/>
              <a:gd name="connsiteX234" fmla="*/ 580572 w 898525"/>
              <a:gd name="connsiteY234" fmla="*/ 862051 h 901700"/>
              <a:gd name="connsiteX235" fmla="*/ 557560 w 898525"/>
              <a:gd name="connsiteY235" fmla="*/ 872096 h 901700"/>
              <a:gd name="connsiteX236" fmla="*/ 533756 w 898525"/>
              <a:gd name="connsiteY236" fmla="*/ 880818 h 901700"/>
              <a:gd name="connsiteX237" fmla="*/ 509422 w 898525"/>
              <a:gd name="connsiteY237" fmla="*/ 888220 h 901700"/>
              <a:gd name="connsiteX238" fmla="*/ 484295 w 898525"/>
              <a:gd name="connsiteY238" fmla="*/ 894035 h 901700"/>
              <a:gd name="connsiteX239" fmla="*/ 458374 w 898525"/>
              <a:gd name="connsiteY239" fmla="*/ 898000 h 901700"/>
              <a:gd name="connsiteX240" fmla="*/ 432189 w 898525"/>
              <a:gd name="connsiteY240" fmla="*/ 900907 h 901700"/>
              <a:gd name="connsiteX241" fmla="*/ 405474 w 898525"/>
              <a:gd name="connsiteY241" fmla="*/ 901700 h 901700"/>
              <a:gd name="connsiteX242" fmla="*/ 379024 w 898525"/>
              <a:gd name="connsiteY242" fmla="*/ 900907 h 901700"/>
              <a:gd name="connsiteX243" fmla="*/ 352575 w 898525"/>
              <a:gd name="connsiteY243" fmla="*/ 898000 h 901700"/>
              <a:gd name="connsiteX244" fmla="*/ 326918 w 898525"/>
              <a:gd name="connsiteY244" fmla="*/ 894035 h 901700"/>
              <a:gd name="connsiteX245" fmla="*/ 302056 w 898525"/>
              <a:gd name="connsiteY245" fmla="*/ 888220 h 901700"/>
              <a:gd name="connsiteX246" fmla="*/ 277193 w 898525"/>
              <a:gd name="connsiteY246" fmla="*/ 880818 h 901700"/>
              <a:gd name="connsiteX247" fmla="*/ 253388 w 898525"/>
              <a:gd name="connsiteY247" fmla="*/ 872096 h 901700"/>
              <a:gd name="connsiteX248" fmla="*/ 230377 w 898525"/>
              <a:gd name="connsiteY248" fmla="*/ 862051 h 901700"/>
              <a:gd name="connsiteX249" fmla="*/ 207895 w 898525"/>
              <a:gd name="connsiteY249" fmla="*/ 850421 h 901700"/>
              <a:gd name="connsiteX250" fmla="*/ 186735 w 898525"/>
              <a:gd name="connsiteY250" fmla="*/ 837469 h 901700"/>
              <a:gd name="connsiteX251" fmla="*/ 166104 w 898525"/>
              <a:gd name="connsiteY251" fmla="*/ 823196 h 901700"/>
              <a:gd name="connsiteX252" fmla="*/ 146267 w 898525"/>
              <a:gd name="connsiteY252" fmla="*/ 807865 h 901700"/>
              <a:gd name="connsiteX253" fmla="*/ 127752 w 898525"/>
              <a:gd name="connsiteY253" fmla="*/ 791477 h 901700"/>
              <a:gd name="connsiteX254" fmla="*/ 110031 w 898525"/>
              <a:gd name="connsiteY254" fmla="*/ 773767 h 901700"/>
              <a:gd name="connsiteX255" fmla="*/ 93367 w 898525"/>
              <a:gd name="connsiteY255" fmla="*/ 755000 h 901700"/>
              <a:gd name="connsiteX256" fmla="*/ 78027 w 898525"/>
              <a:gd name="connsiteY256" fmla="*/ 735704 h 901700"/>
              <a:gd name="connsiteX257" fmla="*/ 64008 w 898525"/>
              <a:gd name="connsiteY257" fmla="*/ 714822 h 901700"/>
              <a:gd name="connsiteX258" fmla="*/ 51312 w 898525"/>
              <a:gd name="connsiteY258" fmla="*/ 693412 h 901700"/>
              <a:gd name="connsiteX259" fmla="*/ 39674 w 898525"/>
              <a:gd name="connsiteY259" fmla="*/ 671209 h 901700"/>
              <a:gd name="connsiteX260" fmla="*/ 29359 w 898525"/>
              <a:gd name="connsiteY260" fmla="*/ 647948 h 901700"/>
              <a:gd name="connsiteX261" fmla="*/ 20631 w 898525"/>
              <a:gd name="connsiteY261" fmla="*/ 624159 h 901700"/>
              <a:gd name="connsiteX262" fmla="*/ 13489 w 898525"/>
              <a:gd name="connsiteY262" fmla="*/ 599841 h 901700"/>
              <a:gd name="connsiteX263" fmla="*/ 7670 w 898525"/>
              <a:gd name="connsiteY263" fmla="*/ 574466 h 901700"/>
              <a:gd name="connsiteX264" fmla="*/ 3174 w 898525"/>
              <a:gd name="connsiteY264" fmla="*/ 548826 h 901700"/>
              <a:gd name="connsiteX265" fmla="*/ 793 w 898525"/>
              <a:gd name="connsiteY265" fmla="*/ 522923 h 901700"/>
              <a:gd name="connsiteX266" fmla="*/ 0 w 898525"/>
              <a:gd name="connsiteY266" fmla="*/ 495961 h 901700"/>
              <a:gd name="connsiteX267" fmla="*/ 793 w 898525"/>
              <a:gd name="connsiteY267" fmla="*/ 469265 h 901700"/>
              <a:gd name="connsiteX268" fmla="*/ 3174 w 898525"/>
              <a:gd name="connsiteY268" fmla="*/ 443096 h 901700"/>
              <a:gd name="connsiteX269" fmla="*/ 7670 w 898525"/>
              <a:gd name="connsiteY269" fmla="*/ 417721 h 901700"/>
              <a:gd name="connsiteX270" fmla="*/ 13489 w 898525"/>
              <a:gd name="connsiteY270" fmla="*/ 392346 h 901700"/>
              <a:gd name="connsiteX271" fmla="*/ 20631 w 898525"/>
              <a:gd name="connsiteY271" fmla="*/ 367764 h 901700"/>
              <a:gd name="connsiteX272" fmla="*/ 29359 w 898525"/>
              <a:gd name="connsiteY272" fmla="*/ 343975 h 901700"/>
              <a:gd name="connsiteX273" fmla="*/ 39674 w 898525"/>
              <a:gd name="connsiteY273" fmla="*/ 320978 h 901700"/>
              <a:gd name="connsiteX274" fmla="*/ 51312 w 898525"/>
              <a:gd name="connsiteY274" fmla="*/ 298775 h 901700"/>
              <a:gd name="connsiteX275" fmla="*/ 64008 w 898525"/>
              <a:gd name="connsiteY275" fmla="*/ 277100 h 901700"/>
              <a:gd name="connsiteX276" fmla="*/ 78027 w 898525"/>
              <a:gd name="connsiteY276" fmla="*/ 256483 h 901700"/>
              <a:gd name="connsiteX277" fmla="*/ 93367 w 898525"/>
              <a:gd name="connsiteY277" fmla="*/ 236923 h 901700"/>
              <a:gd name="connsiteX278" fmla="*/ 110031 w 898525"/>
              <a:gd name="connsiteY278" fmla="*/ 218156 h 901700"/>
              <a:gd name="connsiteX279" fmla="*/ 127752 w 898525"/>
              <a:gd name="connsiteY279" fmla="*/ 200711 h 901700"/>
              <a:gd name="connsiteX280" fmla="*/ 146267 w 898525"/>
              <a:gd name="connsiteY280" fmla="*/ 184322 h 901700"/>
              <a:gd name="connsiteX281" fmla="*/ 166104 w 898525"/>
              <a:gd name="connsiteY281" fmla="*/ 168992 h 901700"/>
              <a:gd name="connsiteX282" fmla="*/ 186735 w 898525"/>
              <a:gd name="connsiteY282" fmla="*/ 154718 h 901700"/>
              <a:gd name="connsiteX283" fmla="*/ 207895 w 898525"/>
              <a:gd name="connsiteY283" fmla="*/ 141766 h 901700"/>
              <a:gd name="connsiteX284" fmla="*/ 230377 w 898525"/>
              <a:gd name="connsiteY284" fmla="*/ 130136 h 901700"/>
              <a:gd name="connsiteX285" fmla="*/ 253388 w 898525"/>
              <a:gd name="connsiteY285" fmla="*/ 120091 h 901700"/>
              <a:gd name="connsiteX286" fmla="*/ 277193 w 898525"/>
              <a:gd name="connsiteY286" fmla="*/ 111104 h 901700"/>
              <a:gd name="connsiteX287" fmla="*/ 301791 w 898525"/>
              <a:gd name="connsiteY287" fmla="*/ 103968 h 901700"/>
              <a:gd name="connsiteX288" fmla="*/ 326918 w 898525"/>
              <a:gd name="connsiteY288" fmla="*/ 98152 h 901700"/>
              <a:gd name="connsiteX289" fmla="*/ 352575 w 898525"/>
              <a:gd name="connsiteY289" fmla="*/ 93923 h 901700"/>
              <a:gd name="connsiteX290" fmla="*/ 378760 w 898525"/>
              <a:gd name="connsiteY290" fmla="*/ 91280 h 901700"/>
              <a:gd name="connsiteX291" fmla="*/ 748610 w 898525"/>
              <a:gd name="connsiteY291" fmla="*/ 0 h 901700"/>
              <a:gd name="connsiteX292" fmla="*/ 751523 w 898525"/>
              <a:gd name="connsiteY292" fmla="*/ 264 h 901700"/>
              <a:gd name="connsiteX293" fmla="*/ 753907 w 898525"/>
              <a:gd name="connsiteY293" fmla="*/ 1320 h 901700"/>
              <a:gd name="connsiteX294" fmla="*/ 756026 w 898525"/>
              <a:gd name="connsiteY294" fmla="*/ 3432 h 901700"/>
              <a:gd name="connsiteX295" fmla="*/ 757351 w 898525"/>
              <a:gd name="connsiteY295" fmla="*/ 5808 h 901700"/>
              <a:gd name="connsiteX296" fmla="*/ 758410 w 898525"/>
              <a:gd name="connsiteY296" fmla="*/ 8449 h 901700"/>
              <a:gd name="connsiteX297" fmla="*/ 763972 w 898525"/>
              <a:gd name="connsiteY297" fmla="*/ 81846 h 901700"/>
              <a:gd name="connsiteX298" fmla="*/ 791519 w 898525"/>
              <a:gd name="connsiteY298" fmla="*/ 54388 h 901700"/>
              <a:gd name="connsiteX299" fmla="*/ 796021 w 898525"/>
              <a:gd name="connsiteY299" fmla="*/ 50691 h 901700"/>
              <a:gd name="connsiteX300" fmla="*/ 800789 w 898525"/>
              <a:gd name="connsiteY300" fmla="*/ 48315 h 901700"/>
              <a:gd name="connsiteX301" fmla="*/ 806086 w 898525"/>
              <a:gd name="connsiteY301" fmla="*/ 46467 h 901700"/>
              <a:gd name="connsiteX302" fmla="*/ 811384 w 898525"/>
              <a:gd name="connsiteY302" fmla="*/ 46203 h 901700"/>
              <a:gd name="connsiteX303" fmla="*/ 816681 w 898525"/>
              <a:gd name="connsiteY303" fmla="*/ 46467 h 901700"/>
              <a:gd name="connsiteX304" fmla="*/ 821978 w 898525"/>
              <a:gd name="connsiteY304" fmla="*/ 48315 h 901700"/>
              <a:gd name="connsiteX305" fmla="*/ 827011 w 898525"/>
              <a:gd name="connsiteY305" fmla="*/ 50691 h 901700"/>
              <a:gd name="connsiteX306" fmla="*/ 831249 w 898525"/>
              <a:gd name="connsiteY306" fmla="*/ 54388 h 901700"/>
              <a:gd name="connsiteX307" fmla="*/ 847671 w 898525"/>
              <a:gd name="connsiteY307" fmla="*/ 71285 h 901700"/>
              <a:gd name="connsiteX308" fmla="*/ 851908 w 898525"/>
              <a:gd name="connsiteY308" fmla="*/ 76037 h 901700"/>
              <a:gd name="connsiteX309" fmla="*/ 854557 w 898525"/>
              <a:gd name="connsiteY309" fmla="*/ 81846 h 901700"/>
              <a:gd name="connsiteX310" fmla="*/ 855881 w 898525"/>
              <a:gd name="connsiteY310" fmla="*/ 87918 h 901700"/>
              <a:gd name="connsiteX311" fmla="*/ 855881 w 898525"/>
              <a:gd name="connsiteY311" fmla="*/ 93990 h 901700"/>
              <a:gd name="connsiteX312" fmla="*/ 854557 w 898525"/>
              <a:gd name="connsiteY312" fmla="*/ 99799 h 901700"/>
              <a:gd name="connsiteX313" fmla="*/ 851908 w 898525"/>
              <a:gd name="connsiteY313" fmla="*/ 105607 h 901700"/>
              <a:gd name="connsiteX314" fmla="*/ 847671 w 898525"/>
              <a:gd name="connsiteY314" fmla="*/ 110887 h 901700"/>
              <a:gd name="connsiteX315" fmla="*/ 823832 w 898525"/>
              <a:gd name="connsiteY315" fmla="*/ 134649 h 901700"/>
              <a:gd name="connsiteX316" fmla="*/ 889785 w 898525"/>
              <a:gd name="connsiteY316" fmla="*/ 139929 h 901700"/>
              <a:gd name="connsiteX317" fmla="*/ 892698 w 898525"/>
              <a:gd name="connsiteY317" fmla="*/ 140721 h 901700"/>
              <a:gd name="connsiteX318" fmla="*/ 895612 w 898525"/>
              <a:gd name="connsiteY318" fmla="*/ 142306 h 901700"/>
              <a:gd name="connsiteX319" fmla="*/ 897201 w 898525"/>
              <a:gd name="connsiteY319" fmla="*/ 144418 h 901700"/>
              <a:gd name="connsiteX320" fmla="*/ 898260 w 898525"/>
              <a:gd name="connsiteY320" fmla="*/ 147586 h 901700"/>
              <a:gd name="connsiteX321" fmla="*/ 898525 w 898525"/>
              <a:gd name="connsiteY321" fmla="*/ 150226 h 901700"/>
              <a:gd name="connsiteX322" fmla="*/ 897731 w 898525"/>
              <a:gd name="connsiteY322" fmla="*/ 153130 h 901700"/>
              <a:gd name="connsiteX323" fmla="*/ 895877 w 898525"/>
              <a:gd name="connsiteY323" fmla="*/ 156034 h 901700"/>
              <a:gd name="connsiteX324" fmla="*/ 787016 w 898525"/>
              <a:gd name="connsiteY324" fmla="*/ 264018 h 901700"/>
              <a:gd name="connsiteX325" fmla="*/ 781454 w 898525"/>
              <a:gd name="connsiteY325" fmla="*/ 269034 h 901700"/>
              <a:gd name="connsiteX326" fmla="*/ 775097 w 898525"/>
              <a:gd name="connsiteY326" fmla="*/ 272730 h 901700"/>
              <a:gd name="connsiteX327" fmla="*/ 768210 w 898525"/>
              <a:gd name="connsiteY327" fmla="*/ 275635 h 901700"/>
              <a:gd name="connsiteX328" fmla="*/ 761059 w 898525"/>
              <a:gd name="connsiteY328" fmla="*/ 277219 h 901700"/>
              <a:gd name="connsiteX329" fmla="*/ 753642 w 898525"/>
              <a:gd name="connsiteY329" fmla="*/ 278011 h 901700"/>
              <a:gd name="connsiteX330" fmla="*/ 752053 w 898525"/>
              <a:gd name="connsiteY330" fmla="*/ 277747 h 901700"/>
              <a:gd name="connsiteX331" fmla="*/ 750199 w 898525"/>
              <a:gd name="connsiteY331" fmla="*/ 277747 h 901700"/>
              <a:gd name="connsiteX332" fmla="*/ 747286 w 898525"/>
              <a:gd name="connsiteY332" fmla="*/ 277483 h 901700"/>
              <a:gd name="connsiteX333" fmla="*/ 685306 w 898525"/>
              <a:gd name="connsiteY333" fmla="*/ 272730 h 901700"/>
              <a:gd name="connsiteX334" fmla="*/ 471823 w 898525"/>
              <a:gd name="connsiteY334" fmla="*/ 485793 h 901700"/>
              <a:gd name="connsiteX335" fmla="*/ 467320 w 898525"/>
              <a:gd name="connsiteY335" fmla="*/ 489225 h 901700"/>
              <a:gd name="connsiteX336" fmla="*/ 462287 w 898525"/>
              <a:gd name="connsiteY336" fmla="*/ 491337 h 901700"/>
              <a:gd name="connsiteX337" fmla="*/ 456460 w 898525"/>
              <a:gd name="connsiteY337" fmla="*/ 492657 h 901700"/>
              <a:gd name="connsiteX338" fmla="*/ 431298 w 898525"/>
              <a:gd name="connsiteY338" fmla="*/ 493713 h 901700"/>
              <a:gd name="connsiteX339" fmla="*/ 430238 w 898525"/>
              <a:gd name="connsiteY339" fmla="*/ 493713 h 901700"/>
              <a:gd name="connsiteX340" fmla="*/ 424411 w 898525"/>
              <a:gd name="connsiteY340" fmla="*/ 493185 h 901700"/>
              <a:gd name="connsiteX341" fmla="*/ 419114 w 898525"/>
              <a:gd name="connsiteY341" fmla="*/ 491073 h 901700"/>
              <a:gd name="connsiteX342" fmla="*/ 414611 w 898525"/>
              <a:gd name="connsiteY342" fmla="*/ 488169 h 901700"/>
              <a:gd name="connsiteX343" fmla="*/ 410903 w 898525"/>
              <a:gd name="connsiteY343" fmla="*/ 483944 h 901700"/>
              <a:gd name="connsiteX344" fmla="*/ 408254 w 898525"/>
              <a:gd name="connsiteY344" fmla="*/ 479456 h 901700"/>
              <a:gd name="connsiteX345" fmla="*/ 406400 w 898525"/>
              <a:gd name="connsiteY345" fmla="*/ 473912 h 901700"/>
              <a:gd name="connsiteX346" fmla="*/ 406400 w 898525"/>
              <a:gd name="connsiteY346" fmla="*/ 468103 h 901700"/>
              <a:gd name="connsiteX347" fmla="*/ 408519 w 898525"/>
              <a:gd name="connsiteY347" fmla="*/ 444342 h 901700"/>
              <a:gd name="connsiteX348" fmla="*/ 409314 w 898525"/>
              <a:gd name="connsiteY348" fmla="*/ 438797 h 901700"/>
              <a:gd name="connsiteX349" fmla="*/ 411697 w 898525"/>
              <a:gd name="connsiteY349" fmla="*/ 434045 h 901700"/>
              <a:gd name="connsiteX350" fmla="*/ 415141 w 898525"/>
              <a:gd name="connsiteY350" fmla="*/ 429557 h 901700"/>
              <a:gd name="connsiteX351" fmla="*/ 445601 w 898525"/>
              <a:gd name="connsiteY351" fmla="*/ 399459 h 901700"/>
              <a:gd name="connsiteX352" fmla="*/ 513937 w 898525"/>
              <a:gd name="connsiteY352" fmla="*/ 331078 h 901700"/>
              <a:gd name="connsiteX353" fmla="*/ 515526 w 898525"/>
              <a:gd name="connsiteY353" fmla="*/ 329758 h 901700"/>
              <a:gd name="connsiteX354" fmla="*/ 585981 w 898525"/>
              <a:gd name="connsiteY354" fmla="*/ 259265 h 901700"/>
              <a:gd name="connsiteX355" fmla="*/ 625181 w 898525"/>
              <a:gd name="connsiteY355" fmla="*/ 219927 h 901700"/>
              <a:gd name="connsiteX356" fmla="*/ 619884 w 898525"/>
              <a:gd name="connsiteY356" fmla="*/ 152074 h 901700"/>
              <a:gd name="connsiteX357" fmla="*/ 619619 w 898525"/>
              <a:gd name="connsiteY357" fmla="*/ 148114 h 901700"/>
              <a:gd name="connsiteX358" fmla="*/ 619884 w 898525"/>
              <a:gd name="connsiteY358" fmla="*/ 139929 h 901700"/>
              <a:gd name="connsiteX359" fmla="*/ 621473 w 898525"/>
              <a:gd name="connsiteY359" fmla="*/ 132009 h 901700"/>
              <a:gd name="connsiteX360" fmla="*/ 624122 w 898525"/>
              <a:gd name="connsiteY360" fmla="*/ 124352 h 901700"/>
              <a:gd name="connsiteX361" fmla="*/ 628360 w 898525"/>
              <a:gd name="connsiteY361" fmla="*/ 117224 h 901700"/>
              <a:gd name="connsiteX362" fmla="*/ 633657 w 898525"/>
              <a:gd name="connsiteY362" fmla="*/ 110887 h 901700"/>
              <a:gd name="connsiteX363" fmla="*/ 741988 w 898525"/>
              <a:gd name="connsiteY363" fmla="*/ 2640 h 901700"/>
              <a:gd name="connsiteX364" fmla="*/ 744372 w 898525"/>
              <a:gd name="connsiteY364" fmla="*/ 1056 h 901700"/>
              <a:gd name="connsiteX365" fmla="*/ 746491 w 898525"/>
              <a:gd name="connsiteY365" fmla="*/ 264 h 90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</a:cxnLst>
            <a:rect l="l" t="t" r="r" b="b"/>
            <a:pathLst>
              <a:path w="898525" h="901700">
                <a:moveTo>
                  <a:pt x="405475" y="296862"/>
                </a:moveTo>
                <a:lnTo>
                  <a:pt x="423671" y="297916"/>
                </a:lnTo>
                <a:lnTo>
                  <a:pt x="440812" y="300288"/>
                </a:lnTo>
                <a:lnTo>
                  <a:pt x="457689" y="303977"/>
                </a:lnTo>
                <a:lnTo>
                  <a:pt x="474039" y="309248"/>
                </a:lnTo>
                <a:lnTo>
                  <a:pt x="489598" y="315836"/>
                </a:lnTo>
                <a:lnTo>
                  <a:pt x="488015" y="317418"/>
                </a:lnTo>
                <a:lnTo>
                  <a:pt x="413386" y="391998"/>
                </a:lnTo>
                <a:lnTo>
                  <a:pt x="405475" y="391734"/>
                </a:lnTo>
                <a:lnTo>
                  <a:pt x="392553" y="392525"/>
                </a:lnTo>
                <a:lnTo>
                  <a:pt x="379895" y="395160"/>
                </a:lnTo>
                <a:lnTo>
                  <a:pt x="367764" y="398850"/>
                </a:lnTo>
                <a:lnTo>
                  <a:pt x="356425" y="404120"/>
                </a:lnTo>
                <a:lnTo>
                  <a:pt x="345876" y="410445"/>
                </a:lnTo>
                <a:lnTo>
                  <a:pt x="336119" y="418088"/>
                </a:lnTo>
                <a:lnTo>
                  <a:pt x="327417" y="426784"/>
                </a:lnTo>
                <a:lnTo>
                  <a:pt x="319769" y="436535"/>
                </a:lnTo>
                <a:lnTo>
                  <a:pt x="313177" y="447076"/>
                </a:lnTo>
                <a:lnTo>
                  <a:pt x="307903" y="458408"/>
                </a:lnTo>
                <a:lnTo>
                  <a:pt x="304211" y="470531"/>
                </a:lnTo>
                <a:lnTo>
                  <a:pt x="302101" y="482917"/>
                </a:lnTo>
                <a:lnTo>
                  <a:pt x="301310" y="496094"/>
                </a:lnTo>
                <a:lnTo>
                  <a:pt x="302101" y="509270"/>
                </a:lnTo>
                <a:lnTo>
                  <a:pt x="304211" y="521656"/>
                </a:lnTo>
                <a:lnTo>
                  <a:pt x="307903" y="534042"/>
                </a:lnTo>
                <a:lnTo>
                  <a:pt x="313177" y="545374"/>
                </a:lnTo>
                <a:lnTo>
                  <a:pt x="319769" y="555916"/>
                </a:lnTo>
                <a:lnTo>
                  <a:pt x="327417" y="565403"/>
                </a:lnTo>
                <a:lnTo>
                  <a:pt x="336119" y="574100"/>
                </a:lnTo>
                <a:lnTo>
                  <a:pt x="345613" y="581742"/>
                </a:lnTo>
                <a:lnTo>
                  <a:pt x="356425" y="588330"/>
                </a:lnTo>
                <a:lnTo>
                  <a:pt x="367501" y="593601"/>
                </a:lnTo>
                <a:lnTo>
                  <a:pt x="379895" y="597291"/>
                </a:lnTo>
                <a:lnTo>
                  <a:pt x="392553" y="599926"/>
                </a:lnTo>
                <a:lnTo>
                  <a:pt x="405475" y="600716"/>
                </a:lnTo>
                <a:lnTo>
                  <a:pt x="418660" y="599926"/>
                </a:lnTo>
                <a:lnTo>
                  <a:pt x="431318" y="597291"/>
                </a:lnTo>
                <a:lnTo>
                  <a:pt x="443185" y="593601"/>
                </a:lnTo>
                <a:lnTo>
                  <a:pt x="454788" y="588330"/>
                </a:lnTo>
                <a:lnTo>
                  <a:pt x="465073" y="581742"/>
                </a:lnTo>
                <a:lnTo>
                  <a:pt x="474830" y="574100"/>
                </a:lnTo>
                <a:lnTo>
                  <a:pt x="483796" y="565403"/>
                </a:lnTo>
                <a:lnTo>
                  <a:pt x="491444" y="555916"/>
                </a:lnTo>
                <a:lnTo>
                  <a:pt x="497773" y="545374"/>
                </a:lnTo>
                <a:lnTo>
                  <a:pt x="503047" y="534042"/>
                </a:lnTo>
                <a:lnTo>
                  <a:pt x="507003" y="521656"/>
                </a:lnTo>
                <a:lnTo>
                  <a:pt x="509112" y="509270"/>
                </a:lnTo>
                <a:lnTo>
                  <a:pt x="509903" y="496094"/>
                </a:lnTo>
                <a:lnTo>
                  <a:pt x="509640" y="488188"/>
                </a:lnTo>
                <a:lnTo>
                  <a:pt x="584533" y="413608"/>
                </a:lnTo>
                <a:lnTo>
                  <a:pt x="585851" y="412026"/>
                </a:lnTo>
                <a:lnTo>
                  <a:pt x="592444" y="427838"/>
                </a:lnTo>
                <a:lnTo>
                  <a:pt x="597982" y="443914"/>
                </a:lnTo>
                <a:lnTo>
                  <a:pt x="601410" y="460780"/>
                </a:lnTo>
                <a:lnTo>
                  <a:pt x="603783" y="478437"/>
                </a:lnTo>
                <a:lnTo>
                  <a:pt x="604838" y="496094"/>
                </a:lnTo>
                <a:lnTo>
                  <a:pt x="603783" y="514277"/>
                </a:lnTo>
                <a:lnTo>
                  <a:pt x="601410" y="531934"/>
                </a:lnTo>
                <a:lnTo>
                  <a:pt x="597718" y="549064"/>
                </a:lnTo>
                <a:lnTo>
                  <a:pt x="592180" y="565666"/>
                </a:lnTo>
                <a:lnTo>
                  <a:pt x="585588" y="581479"/>
                </a:lnTo>
                <a:lnTo>
                  <a:pt x="577413" y="596500"/>
                </a:lnTo>
                <a:lnTo>
                  <a:pt x="568447" y="610994"/>
                </a:lnTo>
                <a:lnTo>
                  <a:pt x="557898" y="624435"/>
                </a:lnTo>
                <a:lnTo>
                  <a:pt x="546295" y="637084"/>
                </a:lnTo>
                <a:lnTo>
                  <a:pt x="533901" y="648416"/>
                </a:lnTo>
                <a:lnTo>
                  <a:pt x="520188" y="658957"/>
                </a:lnTo>
                <a:lnTo>
                  <a:pt x="506211" y="668181"/>
                </a:lnTo>
                <a:lnTo>
                  <a:pt x="491180" y="676087"/>
                </a:lnTo>
                <a:lnTo>
                  <a:pt x="474830" y="682939"/>
                </a:lnTo>
                <a:lnTo>
                  <a:pt x="458480" y="688210"/>
                </a:lnTo>
                <a:lnTo>
                  <a:pt x="441339" y="691899"/>
                </a:lnTo>
                <a:lnTo>
                  <a:pt x="423671" y="694271"/>
                </a:lnTo>
                <a:lnTo>
                  <a:pt x="405475" y="695325"/>
                </a:lnTo>
                <a:lnTo>
                  <a:pt x="387542" y="694271"/>
                </a:lnTo>
                <a:lnTo>
                  <a:pt x="369874" y="691899"/>
                </a:lnTo>
                <a:lnTo>
                  <a:pt x="352469" y="688210"/>
                </a:lnTo>
                <a:lnTo>
                  <a:pt x="336119" y="682675"/>
                </a:lnTo>
                <a:lnTo>
                  <a:pt x="320297" y="676087"/>
                </a:lnTo>
                <a:lnTo>
                  <a:pt x="305002" y="668181"/>
                </a:lnTo>
                <a:lnTo>
                  <a:pt x="290761" y="658957"/>
                </a:lnTo>
                <a:lnTo>
                  <a:pt x="277312" y="648416"/>
                </a:lnTo>
                <a:lnTo>
                  <a:pt x="264918" y="637084"/>
                </a:lnTo>
                <a:lnTo>
                  <a:pt x="253315" y="624435"/>
                </a:lnTo>
                <a:lnTo>
                  <a:pt x="243030" y="610731"/>
                </a:lnTo>
                <a:lnTo>
                  <a:pt x="233801" y="596500"/>
                </a:lnTo>
                <a:lnTo>
                  <a:pt x="225889" y="581479"/>
                </a:lnTo>
                <a:lnTo>
                  <a:pt x="219033" y="565403"/>
                </a:lnTo>
                <a:lnTo>
                  <a:pt x="213495" y="549064"/>
                </a:lnTo>
                <a:lnTo>
                  <a:pt x="209539" y="531934"/>
                </a:lnTo>
                <a:lnTo>
                  <a:pt x="207166" y="514014"/>
                </a:lnTo>
                <a:lnTo>
                  <a:pt x="206375" y="496094"/>
                </a:lnTo>
                <a:lnTo>
                  <a:pt x="207166" y="478173"/>
                </a:lnTo>
                <a:lnTo>
                  <a:pt x="209539" y="460253"/>
                </a:lnTo>
                <a:lnTo>
                  <a:pt x="213495" y="443123"/>
                </a:lnTo>
                <a:lnTo>
                  <a:pt x="219033" y="426784"/>
                </a:lnTo>
                <a:lnTo>
                  <a:pt x="225889" y="410972"/>
                </a:lnTo>
                <a:lnTo>
                  <a:pt x="233801" y="395687"/>
                </a:lnTo>
                <a:lnTo>
                  <a:pt x="243030" y="381456"/>
                </a:lnTo>
                <a:lnTo>
                  <a:pt x="253315" y="367753"/>
                </a:lnTo>
                <a:lnTo>
                  <a:pt x="264918" y="355367"/>
                </a:lnTo>
                <a:lnTo>
                  <a:pt x="277312" y="344035"/>
                </a:lnTo>
                <a:lnTo>
                  <a:pt x="290761" y="333493"/>
                </a:lnTo>
                <a:lnTo>
                  <a:pt x="305002" y="324270"/>
                </a:lnTo>
                <a:lnTo>
                  <a:pt x="320297" y="316100"/>
                </a:lnTo>
                <a:lnTo>
                  <a:pt x="336119" y="309512"/>
                </a:lnTo>
                <a:lnTo>
                  <a:pt x="352469" y="303977"/>
                </a:lnTo>
                <a:lnTo>
                  <a:pt x="369874" y="300288"/>
                </a:lnTo>
                <a:lnTo>
                  <a:pt x="387542" y="297916"/>
                </a:lnTo>
                <a:close/>
                <a:moveTo>
                  <a:pt x="405474" y="90487"/>
                </a:moveTo>
                <a:lnTo>
                  <a:pt x="430602" y="91280"/>
                </a:lnTo>
                <a:lnTo>
                  <a:pt x="455200" y="93659"/>
                </a:lnTo>
                <a:lnTo>
                  <a:pt x="479269" y="97095"/>
                </a:lnTo>
                <a:lnTo>
                  <a:pt x="502809" y="102382"/>
                </a:lnTo>
                <a:lnTo>
                  <a:pt x="526085" y="108990"/>
                </a:lnTo>
                <a:lnTo>
                  <a:pt x="548567" y="116655"/>
                </a:lnTo>
                <a:lnTo>
                  <a:pt x="570521" y="125642"/>
                </a:lnTo>
                <a:lnTo>
                  <a:pt x="591945" y="135687"/>
                </a:lnTo>
                <a:lnTo>
                  <a:pt x="591416" y="142823"/>
                </a:lnTo>
                <a:lnTo>
                  <a:pt x="591681" y="149960"/>
                </a:lnTo>
                <a:lnTo>
                  <a:pt x="596177" y="209169"/>
                </a:lnTo>
                <a:lnTo>
                  <a:pt x="562586" y="242474"/>
                </a:lnTo>
                <a:lnTo>
                  <a:pt x="545129" y="232694"/>
                </a:lnTo>
                <a:lnTo>
                  <a:pt x="526879" y="223707"/>
                </a:lnTo>
                <a:lnTo>
                  <a:pt x="508099" y="216041"/>
                </a:lnTo>
                <a:lnTo>
                  <a:pt x="488527" y="209698"/>
                </a:lnTo>
                <a:lnTo>
                  <a:pt x="468689" y="204675"/>
                </a:lnTo>
                <a:lnTo>
                  <a:pt x="448058" y="200975"/>
                </a:lnTo>
                <a:lnTo>
                  <a:pt x="426899" y="198860"/>
                </a:lnTo>
                <a:lnTo>
                  <a:pt x="405474" y="197803"/>
                </a:lnTo>
                <a:lnTo>
                  <a:pt x="383256" y="198860"/>
                </a:lnTo>
                <a:lnTo>
                  <a:pt x="361303" y="201239"/>
                </a:lnTo>
                <a:lnTo>
                  <a:pt x="340408" y="204940"/>
                </a:lnTo>
                <a:lnTo>
                  <a:pt x="319513" y="210491"/>
                </a:lnTo>
                <a:lnTo>
                  <a:pt x="299146" y="217363"/>
                </a:lnTo>
                <a:lnTo>
                  <a:pt x="279838" y="225557"/>
                </a:lnTo>
                <a:lnTo>
                  <a:pt x="261059" y="235073"/>
                </a:lnTo>
                <a:lnTo>
                  <a:pt x="243337" y="246174"/>
                </a:lnTo>
                <a:lnTo>
                  <a:pt x="226145" y="257805"/>
                </a:lnTo>
                <a:lnTo>
                  <a:pt x="210011" y="271021"/>
                </a:lnTo>
                <a:lnTo>
                  <a:pt x="194934" y="285294"/>
                </a:lnTo>
                <a:lnTo>
                  <a:pt x="180651" y="300361"/>
                </a:lnTo>
                <a:lnTo>
                  <a:pt x="167427" y="316749"/>
                </a:lnTo>
                <a:lnTo>
                  <a:pt x="155260" y="333666"/>
                </a:lnTo>
                <a:lnTo>
                  <a:pt x="144680" y="351640"/>
                </a:lnTo>
                <a:lnTo>
                  <a:pt x="135158" y="370407"/>
                </a:lnTo>
                <a:lnTo>
                  <a:pt x="126959" y="389967"/>
                </a:lnTo>
                <a:lnTo>
                  <a:pt x="120082" y="410056"/>
                </a:lnTo>
                <a:lnTo>
                  <a:pt x="114527" y="430673"/>
                </a:lnTo>
                <a:lnTo>
                  <a:pt x="110824" y="452083"/>
                </a:lnTo>
                <a:lnTo>
                  <a:pt x="108179" y="473758"/>
                </a:lnTo>
                <a:lnTo>
                  <a:pt x="107386" y="495961"/>
                </a:lnTo>
                <a:lnTo>
                  <a:pt x="108179" y="518429"/>
                </a:lnTo>
                <a:lnTo>
                  <a:pt x="110824" y="540104"/>
                </a:lnTo>
                <a:lnTo>
                  <a:pt x="114527" y="561514"/>
                </a:lnTo>
                <a:lnTo>
                  <a:pt x="120082" y="582131"/>
                </a:lnTo>
                <a:lnTo>
                  <a:pt x="126959" y="602220"/>
                </a:lnTo>
                <a:lnTo>
                  <a:pt x="135158" y="621780"/>
                </a:lnTo>
                <a:lnTo>
                  <a:pt x="144680" y="640283"/>
                </a:lnTo>
                <a:lnTo>
                  <a:pt x="155260" y="658521"/>
                </a:lnTo>
                <a:lnTo>
                  <a:pt x="167427" y="675438"/>
                </a:lnTo>
                <a:lnTo>
                  <a:pt x="180651" y="691562"/>
                </a:lnTo>
                <a:lnTo>
                  <a:pt x="194934" y="706893"/>
                </a:lnTo>
                <a:lnTo>
                  <a:pt x="210011" y="721166"/>
                </a:lnTo>
                <a:lnTo>
                  <a:pt x="226409" y="734118"/>
                </a:lnTo>
                <a:lnTo>
                  <a:pt x="243337" y="746013"/>
                </a:lnTo>
                <a:lnTo>
                  <a:pt x="261059" y="757114"/>
                </a:lnTo>
                <a:lnTo>
                  <a:pt x="280102" y="766366"/>
                </a:lnTo>
                <a:lnTo>
                  <a:pt x="299411" y="774560"/>
                </a:lnTo>
                <a:lnTo>
                  <a:pt x="319513" y="781432"/>
                </a:lnTo>
                <a:lnTo>
                  <a:pt x="340408" y="786983"/>
                </a:lnTo>
                <a:lnTo>
                  <a:pt x="361832" y="790948"/>
                </a:lnTo>
                <a:lnTo>
                  <a:pt x="383256" y="793327"/>
                </a:lnTo>
                <a:lnTo>
                  <a:pt x="405474" y="794120"/>
                </a:lnTo>
                <a:lnTo>
                  <a:pt x="427957" y="793327"/>
                </a:lnTo>
                <a:lnTo>
                  <a:pt x="449645" y="790948"/>
                </a:lnTo>
                <a:lnTo>
                  <a:pt x="471070" y="786983"/>
                </a:lnTo>
                <a:lnTo>
                  <a:pt x="491965" y="781432"/>
                </a:lnTo>
                <a:lnTo>
                  <a:pt x="511802" y="774560"/>
                </a:lnTo>
                <a:lnTo>
                  <a:pt x="531375" y="766366"/>
                </a:lnTo>
                <a:lnTo>
                  <a:pt x="550154" y="757114"/>
                </a:lnTo>
                <a:lnTo>
                  <a:pt x="568140" y="746013"/>
                </a:lnTo>
                <a:lnTo>
                  <a:pt x="585068" y="734118"/>
                </a:lnTo>
                <a:lnTo>
                  <a:pt x="601202" y="721166"/>
                </a:lnTo>
                <a:lnTo>
                  <a:pt x="616543" y="706893"/>
                </a:lnTo>
                <a:lnTo>
                  <a:pt x="630826" y="691562"/>
                </a:lnTo>
                <a:lnTo>
                  <a:pt x="644051" y="675438"/>
                </a:lnTo>
                <a:lnTo>
                  <a:pt x="655689" y="658521"/>
                </a:lnTo>
                <a:lnTo>
                  <a:pt x="666798" y="640283"/>
                </a:lnTo>
                <a:lnTo>
                  <a:pt x="676055" y="621780"/>
                </a:lnTo>
                <a:lnTo>
                  <a:pt x="684255" y="602220"/>
                </a:lnTo>
                <a:lnTo>
                  <a:pt x="691396" y="582131"/>
                </a:lnTo>
                <a:lnTo>
                  <a:pt x="696686" y="561514"/>
                </a:lnTo>
                <a:lnTo>
                  <a:pt x="700653" y="540104"/>
                </a:lnTo>
                <a:lnTo>
                  <a:pt x="703034" y="518429"/>
                </a:lnTo>
                <a:lnTo>
                  <a:pt x="703827" y="495961"/>
                </a:lnTo>
                <a:lnTo>
                  <a:pt x="703034" y="474551"/>
                </a:lnTo>
                <a:lnTo>
                  <a:pt x="700918" y="453669"/>
                </a:lnTo>
                <a:lnTo>
                  <a:pt x="697215" y="433316"/>
                </a:lnTo>
                <a:lnTo>
                  <a:pt x="692189" y="413228"/>
                </a:lnTo>
                <a:lnTo>
                  <a:pt x="685842" y="393403"/>
                </a:lnTo>
                <a:lnTo>
                  <a:pt x="678171" y="374901"/>
                </a:lnTo>
                <a:lnTo>
                  <a:pt x="669178" y="356398"/>
                </a:lnTo>
                <a:lnTo>
                  <a:pt x="659392" y="338952"/>
                </a:lnTo>
                <a:lnTo>
                  <a:pt x="696157" y="301947"/>
                </a:lnTo>
                <a:lnTo>
                  <a:pt x="747734" y="305912"/>
                </a:lnTo>
                <a:lnTo>
                  <a:pt x="753817" y="306176"/>
                </a:lnTo>
                <a:lnTo>
                  <a:pt x="758843" y="306176"/>
                </a:lnTo>
                <a:lnTo>
                  <a:pt x="763604" y="305648"/>
                </a:lnTo>
                <a:lnTo>
                  <a:pt x="774713" y="327322"/>
                </a:lnTo>
                <a:lnTo>
                  <a:pt x="783970" y="349790"/>
                </a:lnTo>
                <a:lnTo>
                  <a:pt x="792169" y="372786"/>
                </a:lnTo>
                <a:lnTo>
                  <a:pt x="798782" y="396311"/>
                </a:lnTo>
                <a:lnTo>
                  <a:pt x="804336" y="420365"/>
                </a:lnTo>
                <a:lnTo>
                  <a:pt x="808039" y="445211"/>
                </a:lnTo>
                <a:lnTo>
                  <a:pt x="810420" y="470586"/>
                </a:lnTo>
                <a:lnTo>
                  <a:pt x="811213" y="495961"/>
                </a:lnTo>
                <a:lnTo>
                  <a:pt x="810155" y="522923"/>
                </a:lnTo>
                <a:lnTo>
                  <a:pt x="807775" y="548826"/>
                </a:lnTo>
                <a:lnTo>
                  <a:pt x="803807" y="574466"/>
                </a:lnTo>
                <a:lnTo>
                  <a:pt x="797988" y="599841"/>
                </a:lnTo>
                <a:lnTo>
                  <a:pt x="790582" y="624159"/>
                </a:lnTo>
                <a:lnTo>
                  <a:pt x="781854" y="647948"/>
                </a:lnTo>
                <a:lnTo>
                  <a:pt x="771539" y="671209"/>
                </a:lnTo>
                <a:lnTo>
                  <a:pt x="760165" y="693412"/>
                </a:lnTo>
                <a:lnTo>
                  <a:pt x="746940" y="714822"/>
                </a:lnTo>
                <a:lnTo>
                  <a:pt x="732922" y="735704"/>
                </a:lnTo>
                <a:lnTo>
                  <a:pt x="717581" y="755000"/>
                </a:lnTo>
                <a:lnTo>
                  <a:pt x="701182" y="773767"/>
                </a:lnTo>
                <a:lnTo>
                  <a:pt x="683461" y="791477"/>
                </a:lnTo>
                <a:lnTo>
                  <a:pt x="664682" y="807865"/>
                </a:lnTo>
                <a:lnTo>
                  <a:pt x="645109" y="823196"/>
                </a:lnTo>
                <a:lnTo>
                  <a:pt x="624478" y="837469"/>
                </a:lnTo>
                <a:lnTo>
                  <a:pt x="603054" y="850421"/>
                </a:lnTo>
                <a:lnTo>
                  <a:pt x="580572" y="862051"/>
                </a:lnTo>
                <a:lnTo>
                  <a:pt x="557560" y="872096"/>
                </a:lnTo>
                <a:lnTo>
                  <a:pt x="533756" y="880818"/>
                </a:lnTo>
                <a:lnTo>
                  <a:pt x="509422" y="888220"/>
                </a:lnTo>
                <a:lnTo>
                  <a:pt x="484295" y="894035"/>
                </a:lnTo>
                <a:lnTo>
                  <a:pt x="458374" y="898000"/>
                </a:lnTo>
                <a:lnTo>
                  <a:pt x="432189" y="900907"/>
                </a:lnTo>
                <a:lnTo>
                  <a:pt x="405474" y="901700"/>
                </a:lnTo>
                <a:lnTo>
                  <a:pt x="379024" y="900907"/>
                </a:lnTo>
                <a:lnTo>
                  <a:pt x="352575" y="898000"/>
                </a:lnTo>
                <a:lnTo>
                  <a:pt x="326918" y="894035"/>
                </a:lnTo>
                <a:lnTo>
                  <a:pt x="302056" y="888220"/>
                </a:lnTo>
                <a:lnTo>
                  <a:pt x="277193" y="880818"/>
                </a:lnTo>
                <a:lnTo>
                  <a:pt x="253388" y="872096"/>
                </a:lnTo>
                <a:lnTo>
                  <a:pt x="230377" y="862051"/>
                </a:lnTo>
                <a:lnTo>
                  <a:pt x="207895" y="850421"/>
                </a:lnTo>
                <a:lnTo>
                  <a:pt x="186735" y="837469"/>
                </a:lnTo>
                <a:lnTo>
                  <a:pt x="166104" y="823196"/>
                </a:lnTo>
                <a:lnTo>
                  <a:pt x="146267" y="807865"/>
                </a:lnTo>
                <a:lnTo>
                  <a:pt x="127752" y="791477"/>
                </a:lnTo>
                <a:lnTo>
                  <a:pt x="110031" y="773767"/>
                </a:lnTo>
                <a:lnTo>
                  <a:pt x="93367" y="755000"/>
                </a:lnTo>
                <a:lnTo>
                  <a:pt x="78027" y="735704"/>
                </a:lnTo>
                <a:lnTo>
                  <a:pt x="64008" y="714822"/>
                </a:lnTo>
                <a:lnTo>
                  <a:pt x="51312" y="693412"/>
                </a:lnTo>
                <a:lnTo>
                  <a:pt x="39674" y="671209"/>
                </a:lnTo>
                <a:lnTo>
                  <a:pt x="29359" y="647948"/>
                </a:lnTo>
                <a:lnTo>
                  <a:pt x="20631" y="624159"/>
                </a:lnTo>
                <a:lnTo>
                  <a:pt x="13489" y="599841"/>
                </a:lnTo>
                <a:lnTo>
                  <a:pt x="7670" y="574466"/>
                </a:lnTo>
                <a:lnTo>
                  <a:pt x="3174" y="548826"/>
                </a:lnTo>
                <a:lnTo>
                  <a:pt x="793" y="522923"/>
                </a:lnTo>
                <a:lnTo>
                  <a:pt x="0" y="495961"/>
                </a:lnTo>
                <a:lnTo>
                  <a:pt x="793" y="469265"/>
                </a:lnTo>
                <a:lnTo>
                  <a:pt x="3174" y="443096"/>
                </a:lnTo>
                <a:lnTo>
                  <a:pt x="7670" y="417721"/>
                </a:lnTo>
                <a:lnTo>
                  <a:pt x="13489" y="392346"/>
                </a:lnTo>
                <a:lnTo>
                  <a:pt x="20631" y="367764"/>
                </a:lnTo>
                <a:lnTo>
                  <a:pt x="29359" y="343975"/>
                </a:lnTo>
                <a:lnTo>
                  <a:pt x="39674" y="320978"/>
                </a:lnTo>
                <a:lnTo>
                  <a:pt x="51312" y="298775"/>
                </a:lnTo>
                <a:lnTo>
                  <a:pt x="64008" y="277100"/>
                </a:lnTo>
                <a:lnTo>
                  <a:pt x="78027" y="256483"/>
                </a:lnTo>
                <a:lnTo>
                  <a:pt x="93367" y="236923"/>
                </a:lnTo>
                <a:lnTo>
                  <a:pt x="110031" y="218156"/>
                </a:lnTo>
                <a:lnTo>
                  <a:pt x="127752" y="200711"/>
                </a:lnTo>
                <a:lnTo>
                  <a:pt x="146267" y="184322"/>
                </a:lnTo>
                <a:lnTo>
                  <a:pt x="166104" y="168992"/>
                </a:lnTo>
                <a:lnTo>
                  <a:pt x="186735" y="154718"/>
                </a:lnTo>
                <a:lnTo>
                  <a:pt x="207895" y="141766"/>
                </a:lnTo>
                <a:lnTo>
                  <a:pt x="230377" y="130136"/>
                </a:lnTo>
                <a:lnTo>
                  <a:pt x="253388" y="120091"/>
                </a:lnTo>
                <a:lnTo>
                  <a:pt x="277193" y="111104"/>
                </a:lnTo>
                <a:lnTo>
                  <a:pt x="301791" y="103968"/>
                </a:lnTo>
                <a:lnTo>
                  <a:pt x="326918" y="98152"/>
                </a:lnTo>
                <a:lnTo>
                  <a:pt x="352575" y="93923"/>
                </a:lnTo>
                <a:lnTo>
                  <a:pt x="378760" y="91280"/>
                </a:lnTo>
                <a:close/>
                <a:moveTo>
                  <a:pt x="748610" y="0"/>
                </a:moveTo>
                <a:lnTo>
                  <a:pt x="751523" y="264"/>
                </a:lnTo>
                <a:lnTo>
                  <a:pt x="753907" y="1320"/>
                </a:lnTo>
                <a:lnTo>
                  <a:pt x="756026" y="3432"/>
                </a:lnTo>
                <a:lnTo>
                  <a:pt x="757351" y="5808"/>
                </a:lnTo>
                <a:lnTo>
                  <a:pt x="758410" y="8449"/>
                </a:lnTo>
                <a:lnTo>
                  <a:pt x="763972" y="81846"/>
                </a:lnTo>
                <a:lnTo>
                  <a:pt x="791519" y="54388"/>
                </a:lnTo>
                <a:lnTo>
                  <a:pt x="796021" y="50691"/>
                </a:lnTo>
                <a:lnTo>
                  <a:pt x="800789" y="48315"/>
                </a:lnTo>
                <a:lnTo>
                  <a:pt x="806086" y="46467"/>
                </a:lnTo>
                <a:lnTo>
                  <a:pt x="811384" y="46203"/>
                </a:lnTo>
                <a:lnTo>
                  <a:pt x="816681" y="46467"/>
                </a:lnTo>
                <a:lnTo>
                  <a:pt x="821978" y="48315"/>
                </a:lnTo>
                <a:lnTo>
                  <a:pt x="827011" y="50691"/>
                </a:lnTo>
                <a:lnTo>
                  <a:pt x="831249" y="54388"/>
                </a:lnTo>
                <a:lnTo>
                  <a:pt x="847671" y="71285"/>
                </a:lnTo>
                <a:lnTo>
                  <a:pt x="851908" y="76037"/>
                </a:lnTo>
                <a:lnTo>
                  <a:pt x="854557" y="81846"/>
                </a:lnTo>
                <a:lnTo>
                  <a:pt x="855881" y="87918"/>
                </a:lnTo>
                <a:lnTo>
                  <a:pt x="855881" y="93990"/>
                </a:lnTo>
                <a:lnTo>
                  <a:pt x="854557" y="99799"/>
                </a:lnTo>
                <a:lnTo>
                  <a:pt x="851908" y="105607"/>
                </a:lnTo>
                <a:lnTo>
                  <a:pt x="847671" y="110887"/>
                </a:lnTo>
                <a:lnTo>
                  <a:pt x="823832" y="134649"/>
                </a:lnTo>
                <a:lnTo>
                  <a:pt x="889785" y="139929"/>
                </a:lnTo>
                <a:lnTo>
                  <a:pt x="892698" y="140721"/>
                </a:lnTo>
                <a:lnTo>
                  <a:pt x="895612" y="142306"/>
                </a:lnTo>
                <a:lnTo>
                  <a:pt x="897201" y="144418"/>
                </a:lnTo>
                <a:lnTo>
                  <a:pt x="898260" y="147586"/>
                </a:lnTo>
                <a:lnTo>
                  <a:pt x="898525" y="150226"/>
                </a:lnTo>
                <a:lnTo>
                  <a:pt x="897731" y="153130"/>
                </a:lnTo>
                <a:lnTo>
                  <a:pt x="895877" y="156034"/>
                </a:lnTo>
                <a:lnTo>
                  <a:pt x="787016" y="264018"/>
                </a:lnTo>
                <a:lnTo>
                  <a:pt x="781454" y="269034"/>
                </a:lnTo>
                <a:lnTo>
                  <a:pt x="775097" y="272730"/>
                </a:lnTo>
                <a:lnTo>
                  <a:pt x="768210" y="275635"/>
                </a:lnTo>
                <a:lnTo>
                  <a:pt x="761059" y="277219"/>
                </a:lnTo>
                <a:lnTo>
                  <a:pt x="753642" y="278011"/>
                </a:lnTo>
                <a:lnTo>
                  <a:pt x="752053" y="277747"/>
                </a:lnTo>
                <a:lnTo>
                  <a:pt x="750199" y="277747"/>
                </a:lnTo>
                <a:lnTo>
                  <a:pt x="747286" y="277483"/>
                </a:lnTo>
                <a:lnTo>
                  <a:pt x="685306" y="272730"/>
                </a:lnTo>
                <a:lnTo>
                  <a:pt x="471823" y="485793"/>
                </a:lnTo>
                <a:lnTo>
                  <a:pt x="467320" y="489225"/>
                </a:lnTo>
                <a:lnTo>
                  <a:pt x="462287" y="491337"/>
                </a:lnTo>
                <a:lnTo>
                  <a:pt x="456460" y="492657"/>
                </a:lnTo>
                <a:lnTo>
                  <a:pt x="431298" y="493713"/>
                </a:lnTo>
                <a:lnTo>
                  <a:pt x="430238" y="493713"/>
                </a:lnTo>
                <a:lnTo>
                  <a:pt x="424411" y="493185"/>
                </a:lnTo>
                <a:lnTo>
                  <a:pt x="419114" y="491073"/>
                </a:lnTo>
                <a:lnTo>
                  <a:pt x="414611" y="488169"/>
                </a:lnTo>
                <a:lnTo>
                  <a:pt x="410903" y="483944"/>
                </a:lnTo>
                <a:lnTo>
                  <a:pt x="408254" y="479456"/>
                </a:lnTo>
                <a:lnTo>
                  <a:pt x="406400" y="473912"/>
                </a:lnTo>
                <a:lnTo>
                  <a:pt x="406400" y="468103"/>
                </a:lnTo>
                <a:lnTo>
                  <a:pt x="408519" y="444342"/>
                </a:lnTo>
                <a:lnTo>
                  <a:pt x="409314" y="438797"/>
                </a:lnTo>
                <a:lnTo>
                  <a:pt x="411697" y="434045"/>
                </a:lnTo>
                <a:lnTo>
                  <a:pt x="415141" y="429557"/>
                </a:lnTo>
                <a:lnTo>
                  <a:pt x="445601" y="399459"/>
                </a:lnTo>
                <a:lnTo>
                  <a:pt x="513937" y="331078"/>
                </a:lnTo>
                <a:lnTo>
                  <a:pt x="515526" y="329758"/>
                </a:lnTo>
                <a:lnTo>
                  <a:pt x="585981" y="259265"/>
                </a:lnTo>
                <a:lnTo>
                  <a:pt x="625181" y="219927"/>
                </a:lnTo>
                <a:lnTo>
                  <a:pt x="619884" y="152074"/>
                </a:lnTo>
                <a:lnTo>
                  <a:pt x="619619" y="148114"/>
                </a:lnTo>
                <a:lnTo>
                  <a:pt x="619884" y="139929"/>
                </a:lnTo>
                <a:lnTo>
                  <a:pt x="621473" y="132009"/>
                </a:lnTo>
                <a:lnTo>
                  <a:pt x="624122" y="124352"/>
                </a:lnTo>
                <a:lnTo>
                  <a:pt x="628360" y="117224"/>
                </a:lnTo>
                <a:lnTo>
                  <a:pt x="633657" y="110887"/>
                </a:lnTo>
                <a:lnTo>
                  <a:pt x="741988" y="2640"/>
                </a:lnTo>
                <a:lnTo>
                  <a:pt x="744372" y="1056"/>
                </a:lnTo>
                <a:lnTo>
                  <a:pt x="746491" y="2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16" tIns="45708" rIns="91416" bIns="45708" numCol="1" anchor="t" anchorCtr="0" compatLnSpc="1">
            <a:noAutofit/>
          </a:bodyPr>
          <a:lstStyle/>
          <a:p>
            <a:endParaRPr lang="en-IN" sz="2800" dirty="0"/>
          </a:p>
        </p:txBody>
      </p:sp>
      <p:sp>
        <p:nvSpPr>
          <p:cNvPr id="74" name="文本框 73"/>
          <p:cNvSpPr txBox="1"/>
          <p:nvPr/>
        </p:nvSpPr>
        <p:spPr>
          <a:xfrm>
            <a:off x="2814469" y="2828918"/>
            <a:ext cx="2118511" cy="603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Open Sans"/>
                <a:cs typeface="+mn-cs"/>
              </a:rPr>
              <a:t>数据清洗</a:t>
            </a:r>
            <a:endParaRPr lang="zh-CN" altLang="en-US" sz="2800" dirty="0">
              <a:solidFill>
                <a:schemeClr val="tx2"/>
              </a:solidFill>
              <a:ea typeface="苹方 常规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8D4476-A81D-A4D6-5625-26C1AE8E314C}"/>
              </a:ext>
            </a:extLst>
          </p:cNvPr>
          <p:cNvSpPr txBox="1"/>
          <p:nvPr/>
        </p:nvSpPr>
        <p:spPr>
          <a:xfrm>
            <a:off x="777432" y="1267184"/>
            <a:ext cx="377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整体技术流程：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D1A448-B521-4127-2EE1-C2066C3C0C7C}"/>
              </a:ext>
            </a:extLst>
          </p:cNvPr>
          <p:cNvSpPr txBox="1"/>
          <p:nvPr/>
        </p:nvSpPr>
        <p:spPr>
          <a:xfrm>
            <a:off x="9706814" y="4197055"/>
            <a:ext cx="1783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时间划分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6" grpId="0"/>
      <p:bldP spid="74" grpId="0"/>
      <p:bldP spid="2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5F26-4C75-C672-FE01-56C19536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线连接符 154">
            <a:extLst>
              <a:ext uri="{FF2B5EF4-FFF2-40B4-BE49-F238E27FC236}">
                <a16:creationId xmlns:a16="http://schemas.microsoft.com/office/drawing/2014/main" id="{C596C692-0C2D-2557-DFE4-0EE0C77CC144}"/>
              </a:ext>
            </a:extLst>
          </p:cNvPr>
          <p:cNvCxnSpPr/>
          <p:nvPr/>
        </p:nvCxnSpPr>
        <p:spPr>
          <a:xfrm flipH="1" flipV="1">
            <a:off x="1672474" y="3085360"/>
            <a:ext cx="2669" cy="652527"/>
          </a:xfrm>
          <a:prstGeom prst="line">
            <a:avLst/>
          </a:prstGeom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7B483473-6159-4C22-F7B2-6AAA066789A4}"/>
              </a:ext>
            </a:extLst>
          </p:cNvPr>
          <p:cNvSpPr/>
          <p:nvPr/>
        </p:nvSpPr>
        <p:spPr>
          <a:xfrm>
            <a:off x="414018" y="622333"/>
            <a:ext cx="4968551" cy="5255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+mj-ea"/>
                <a:ea typeface="+mj-ea"/>
              </a:rPr>
              <a:t>        </a:t>
            </a:r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任务准备以及工作设想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1CF87D67-6A69-C131-9B42-5BF50AC79EF8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0" name="直线连接符 4">
            <a:extLst>
              <a:ext uri="{FF2B5EF4-FFF2-40B4-BE49-F238E27FC236}">
                <a16:creationId xmlns:a16="http://schemas.microsoft.com/office/drawing/2014/main" id="{7C49F66B-2831-D800-4F9B-045E1F4BFACC}"/>
              </a:ext>
            </a:extLst>
          </p:cNvPr>
          <p:cNvCxnSpPr/>
          <p:nvPr/>
        </p:nvCxnSpPr>
        <p:spPr>
          <a:xfrm>
            <a:off x="1667125" y="3835230"/>
            <a:ext cx="8857750" cy="0"/>
          </a:xfrm>
          <a:prstGeom prst="line">
            <a:avLst/>
          </a:prstGeom>
          <a:ln w="254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6B189F3C-234B-F7CE-B15F-920E867E9936}"/>
              </a:ext>
            </a:extLst>
          </p:cNvPr>
          <p:cNvSpPr/>
          <p:nvPr/>
        </p:nvSpPr>
        <p:spPr>
          <a:xfrm>
            <a:off x="1573185" y="3737887"/>
            <a:ext cx="194686" cy="1946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3F74580A-1E63-A752-AC73-20CDE863477C}"/>
              </a:ext>
            </a:extLst>
          </p:cNvPr>
          <p:cNvSpPr/>
          <p:nvPr/>
        </p:nvSpPr>
        <p:spPr>
          <a:xfrm rot="1800000">
            <a:off x="981974" y="2013599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63460B1-8B44-E06B-BA12-610D0FA7B026}"/>
              </a:ext>
            </a:extLst>
          </p:cNvPr>
          <p:cNvSpPr/>
          <p:nvPr/>
        </p:nvSpPr>
        <p:spPr>
          <a:xfrm rot="10800000">
            <a:off x="3790967" y="3737887"/>
            <a:ext cx="194686" cy="19468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29" name="直线连接符 128">
            <a:extLst>
              <a:ext uri="{FF2B5EF4-FFF2-40B4-BE49-F238E27FC236}">
                <a16:creationId xmlns:a16="http://schemas.microsoft.com/office/drawing/2014/main" id="{5F2573F1-7D2C-95DD-869A-2C41768A2A25}"/>
              </a:ext>
            </a:extLst>
          </p:cNvPr>
          <p:cNvCxnSpPr/>
          <p:nvPr/>
        </p:nvCxnSpPr>
        <p:spPr>
          <a:xfrm rot="10800000" flipH="1" flipV="1">
            <a:off x="3886975" y="3932573"/>
            <a:ext cx="2669" cy="652527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六边形 33">
            <a:extLst>
              <a:ext uri="{FF2B5EF4-FFF2-40B4-BE49-F238E27FC236}">
                <a16:creationId xmlns:a16="http://schemas.microsoft.com/office/drawing/2014/main" id="{DCEA90F3-AAC3-9D22-442E-B4010BC9213F}"/>
              </a:ext>
            </a:extLst>
          </p:cNvPr>
          <p:cNvSpPr/>
          <p:nvPr/>
        </p:nvSpPr>
        <p:spPr>
          <a:xfrm rot="12600000">
            <a:off x="3199756" y="4501714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47DE7CE-B2EF-96E1-0211-1F056E602D22}"/>
              </a:ext>
            </a:extLst>
          </p:cNvPr>
          <p:cNvSpPr/>
          <p:nvPr/>
        </p:nvSpPr>
        <p:spPr>
          <a:xfrm>
            <a:off x="5997496" y="3737887"/>
            <a:ext cx="194686" cy="1946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43" name="直线连接符 154">
            <a:extLst>
              <a:ext uri="{FF2B5EF4-FFF2-40B4-BE49-F238E27FC236}">
                <a16:creationId xmlns:a16="http://schemas.microsoft.com/office/drawing/2014/main" id="{2935B291-0EDB-B232-8288-D02201BB7488}"/>
              </a:ext>
            </a:extLst>
          </p:cNvPr>
          <p:cNvCxnSpPr/>
          <p:nvPr/>
        </p:nvCxnSpPr>
        <p:spPr>
          <a:xfrm flipH="1" flipV="1">
            <a:off x="6093505" y="3085360"/>
            <a:ext cx="2669" cy="652527"/>
          </a:xfrm>
          <a:prstGeom prst="line">
            <a:avLst/>
          </a:prstGeom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六边形 43">
            <a:extLst>
              <a:ext uri="{FF2B5EF4-FFF2-40B4-BE49-F238E27FC236}">
                <a16:creationId xmlns:a16="http://schemas.microsoft.com/office/drawing/2014/main" id="{E48ABC95-F86B-6BE2-3AEA-F2A1A0FED9A8}"/>
              </a:ext>
            </a:extLst>
          </p:cNvPr>
          <p:cNvSpPr/>
          <p:nvPr/>
        </p:nvSpPr>
        <p:spPr>
          <a:xfrm rot="1800000">
            <a:off x="5406285" y="2013599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0EC3C8BD-A791-8D00-E592-6950E6F32C07}"/>
              </a:ext>
            </a:extLst>
          </p:cNvPr>
          <p:cNvSpPr/>
          <p:nvPr/>
        </p:nvSpPr>
        <p:spPr>
          <a:xfrm rot="10800000">
            <a:off x="8193574" y="3737887"/>
            <a:ext cx="194686" cy="19468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47" name="直线连接符 168">
            <a:extLst>
              <a:ext uri="{FF2B5EF4-FFF2-40B4-BE49-F238E27FC236}">
                <a16:creationId xmlns:a16="http://schemas.microsoft.com/office/drawing/2014/main" id="{2372E59D-621F-BD62-C6AD-768FD6D4138A}"/>
              </a:ext>
            </a:extLst>
          </p:cNvPr>
          <p:cNvCxnSpPr/>
          <p:nvPr/>
        </p:nvCxnSpPr>
        <p:spPr>
          <a:xfrm rot="10800000" flipH="1" flipV="1">
            <a:off x="8289583" y="3932573"/>
            <a:ext cx="2669" cy="652527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六边形 47">
            <a:extLst>
              <a:ext uri="{FF2B5EF4-FFF2-40B4-BE49-F238E27FC236}">
                <a16:creationId xmlns:a16="http://schemas.microsoft.com/office/drawing/2014/main" id="{0EADB546-8F27-3961-4E36-7E47EE080F0A}"/>
              </a:ext>
            </a:extLst>
          </p:cNvPr>
          <p:cNvSpPr/>
          <p:nvPr/>
        </p:nvSpPr>
        <p:spPr>
          <a:xfrm rot="12600000">
            <a:off x="7602364" y="4501714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2E87D5F0-E47F-F616-E584-55F2B9C6A183}"/>
              </a:ext>
            </a:extLst>
          </p:cNvPr>
          <p:cNvSpPr/>
          <p:nvPr/>
        </p:nvSpPr>
        <p:spPr>
          <a:xfrm>
            <a:off x="10403889" y="3737887"/>
            <a:ext cx="194686" cy="1946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50" name="直线连接符 213">
            <a:extLst>
              <a:ext uri="{FF2B5EF4-FFF2-40B4-BE49-F238E27FC236}">
                <a16:creationId xmlns:a16="http://schemas.microsoft.com/office/drawing/2014/main" id="{8BCBC5E0-E9D6-0FB4-BD39-693253A5014D}"/>
              </a:ext>
            </a:extLst>
          </p:cNvPr>
          <p:cNvCxnSpPr/>
          <p:nvPr/>
        </p:nvCxnSpPr>
        <p:spPr>
          <a:xfrm flipH="1" flipV="1">
            <a:off x="10499898" y="3085360"/>
            <a:ext cx="2669" cy="652527"/>
          </a:xfrm>
          <a:prstGeom prst="line">
            <a:avLst/>
          </a:prstGeom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六边形 50">
            <a:extLst>
              <a:ext uri="{FF2B5EF4-FFF2-40B4-BE49-F238E27FC236}">
                <a16:creationId xmlns:a16="http://schemas.microsoft.com/office/drawing/2014/main" id="{C9232503-6B25-5751-8BDE-5D474874826C}"/>
              </a:ext>
            </a:extLst>
          </p:cNvPr>
          <p:cNvSpPr/>
          <p:nvPr/>
        </p:nvSpPr>
        <p:spPr>
          <a:xfrm rot="1800000">
            <a:off x="9812678" y="2013599"/>
            <a:ext cx="1377108" cy="1187162"/>
          </a:xfrm>
          <a:prstGeom prst="hexagon">
            <a:avLst>
              <a:gd name="adj" fmla="val 2939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9F4A5F1-D255-F306-B829-3CD79D5AF849}"/>
              </a:ext>
            </a:extLst>
          </p:cNvPr>
          <p:cNvSpPr/>
          <p:nvPr/>
        </p:nvSpPr>
        <p:spPr>
          <a:xfrm>
            <a:off x="338432" y="4236960"/>
            <a:ext cx="2698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</a:rPr>
              <a:t>多模型基线构建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1E61394-7F32-9654-AA07-2919A27F3313}"/>
              </a:ext>
            </a:extLst>
          </p:cNvPr>
          <p:cNvSpPr/>
          <p:nvPr/>
        </p:nvSpPr>
        <p:spPr>
          <a:xfrm>
            <a:off x="4905826" y="4197055"/>
            <a:ext cx="2339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</a:rPr>
              <a:t>模型概率校准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51BB6FD-396B-D785-68AF-CEEF37C080AD}"/>
              </a:ext>
            </a:extLst>
          </p:cNvPr>
          <p:cNvSpPr/>
          <p:nvPr/>
        </p:nvSpPr>
        <p:spPr>
          <a:xfrm>
            <a:off x="7120030" y="2869121"/>
            <a:ext cx="2339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</a:rPr>
              <a:t>模型概率校准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7" name="Freeform 65">
            <a:extLst>
              <a:ext uri="{FF2B5EF4-FFF2-40B4-BE49-F238E27FC236}">
                <a16:creationId xmlns:a16="http://schemas.microsoft.com/office/drawing/2014/main" id="{438904BA-639E-F6E8-879C-77EE5FC7A3A1}"/>
              </a:ext>
            </a:extLst>
          </p:cNvPr>
          <p:cNvSpPr/>
          <p:nvPr/>
        </p:nvSpPr>
        <p:spPr bwMode="auto">
          <a:xfrm>
            <a:off x="7972352" y="4897013"/>
            <a:ext cx="679066" cy="485873"/>
          </a:xfrm>
          <a:custGeom>
            <a:avLst/>
            <a:gdLst>
              <a:gd name="T0" fmla="*/ 763 w 3584"/>
              <a:gd name="T1" fmla="*/ 1686 h 2687"/>
              <a:gd name="T2" fmla="*/ 996 w 3584"/>
              <a:gd name="T3" fmla="*/ 1876 h 2687"/>
              <a:gd name="T4" fmla="*/ 1212 w 3584"/>
              <a:gd name="T5" fmla="*/ 2067 h 2687"/>
              <a:gd name="T6" fmla="*/ 1400 w 3584"/>
              <a:gd name="T7" fmla="*/ 2264 h 2687"/>
              <a:gd name="T8" fmla="*/ 1382 w 3584"/>
              <a:gd name="T9" fmla="*/ 2616 h 2687"/>
              <a:gd name="T10" fmla="*/ 1055 w 3584"/>
              <a:gd name="T11" fmla="*/ 2635 h 2687"/>
              <a:gd name="T12" fmla="*/ 1046 w 3584"/>
              <a:gd name="T13" fmla="*/ 2390 h 2687"/>
              <a:gd name="T14" fmla="*/ 793 w 3584"/>
              <a:gd name="T15" fmla="*/ 2341 h 2687"/>
              <a:gd name="T16" fmla="*/ 760 w 3584"/>
              <a:gd name="T17" fmla="*/ 2154 h 2687"/>
              <a:gd name="T18" fmla="*/ 545 w 3584"/>
              <a:gd name="T19" fmla="*/ 2046 h 2687"/>
              <a:gd name="T20" fmla="*/ 502 w 3584"/>
              <a:gd name="T21" fmla="*/ 1911 h 2687"/>
              <a:gd name="T22" fmla="*/ 310 w 3584"/>
              <a:gd name="T23" fmla="*/ 1726 h 2687"/>
              <a:gd name="T24" fmla="*/ 567 w 3584"/>
              <a:gd name="T25" fmla="*/ 1457 h 2687"/>
              <a:gd name="T26" fmla="*/ 1656 w 3584"/>
              <a:gd name="T27" fmla="*/ 132 h 2687"/>
              <a:gd name="T28" fmla="*/ 1503 w 3584"/>
              <a:gd name="T29" fmla="*/ 242 h 2687"/>
              <a:gd name="T30" fmla="*/ 1129 w 3584"/>
              <a:gd name="T31" fmla="*/ 490 h 2687"/>
              <a:gd name="T32" fmla="*/ 1133 w 3584"/>
              <a:gd name="T33" fmla="*/ 1009 h 2687"/>
              <a:gd name="T34" fmla="*/ 1524 w 3584"/>
              <a:gd name="T35" fmla="*/ 1080 h 2687"/>
              <a:gd name="T36" fmla="*/ 2026 w 3584"/>
              <a:gd name="T37" fmla="*/ 879 h 2687"/>
              <a:gd name="T38" fmla="*/ 2224 w 3584"/>
              <a:gd name="T39" fmla="*/ 1016 h 2687"/>
              <a:gd name="T40" fmla="*/ 2359 w 3584"/>
              <a:gd name="T41" fmla="*/ 1156 h 2687"/>
              <a:gd name="T42" fmla="*/ 2492 w 3584"/>
              <a:gd name="T43" fmla="*/ 1295 h 2687"/>
              <a:gd name="T44" fmla="*/ 2841 w 3584"/>
              <a:gd name="T45" fmla="*/ 1656 h 2687"/>
              <a:gd name="T46" fmla="*/ 2770 w 3584"/>
              <a:gd name="T47" fmla="*/ 1928 h 2687"/>
              <a:gd name="T48" fmla="*/ 2488 w 3584"/>
              <a:gd name="T49" fmla="*/ 1753 h 2687"/>
              <a:gd name="T50" fmla="*/ 2349 w 3584"/>
              <a:gd name="T51" fmla="*/ 1626 h 2687"/>
              <a:gd name="T52" fmla="*/ 2340 w 3584"/>
              <a:gd name="T53" fmla="*/ 1664 h 2687"/>
              <a:gd name="T54" fmla="*/ 2578 w 3584"/>
              <a:gd name="T55" fmla="*/ 1930 h 2687"/>
              <a:gd name="T56" fmla="*/ 2552 w 3584"/>
              <a:gd name="T57" fmla="*/ 2176 h 2687"/>
              <a:gd name="T58" fmla="*/ 2266 w 3584"/>
              <a:gd name="T59" fmla="*/ 2070 h 2687"/>
              <a:gd name="T60" fmla="*/ 2025 w 3584"/>
              <a:gd name="T61" fmla="*/ 1855 h 2687"/>
              <a:gd name="T62" fmla="*/ 2147 w 3584"/>
              <a:gd name="T63" fmla="*/ 2024 h 2687"/>
              <a:gd name="T64" fmla="*/ 2312 w 3584"/>
              <a:gd name="T65" fmla="*/ 2280 h 2687"/>
              <a:gd name="T66" fmla="*/ 2066 w 3584"/>
              <a:gd name="T67" fmla="*/ 2400 h 2687"/>
              <a:gd name="T68" fmla="*/ 1827 w 3584"/>
              <a:gd name="T69" fmla="*/ 2151 h 2687"/>
              <a:gd name="T70" fmla="*/ 1737 w 3584"/>
              <a:gd name="T71" fmla="*/ 2100 h 2687"/>
              <a:gd name="T72" fmla="*/ 1848 w 3584"/>
              <a:gd name="T73" fmla="*/ 2248 h 2687"/>
              <a:gd name="T74" fmla="*/ 1987 w 3584"/>
              <a:gd name="T75" fmla="*/ 2508 h 2687"/>
              <a:gd name="T76" fmla="*/ 1724 w 3584"/>
              <a:gd name="T77" fmla="*/ 2582 h 2687"/>
              <a:gd name="T78" fmla="*/ 1644 w 3584"/>
              <a:gd name="T79" fmla="*/ 2446 h 2687"/>
              <a:gd name="T80" fmla="*/ 1392 w 3584"/>
              <a:gd name="T81" fmla="*/ 2069 h 2687"/>
              <a:gd name="T82" fmla="*/ 1097 w 3584"/>
              <a:gd name="T83" fmla="*/ 1681 h 2687"/>
              <a:gd name="T84" fmla="*/ 734 w 3584"/>
              <a:gd name="T85" fmla="*/ 1321 h 2687"/>
              <a:gd name="T86" fmla="*/ 267 w 3584"/>
              <a:gd name="T87" fmla="*/ 1429 h 2687"/>
              <a:gd name="T88" fmla="*/ 11 w 3584"/>
              <a:gd name="T89" fmla="*/ 1498 h 2687"/>
              <a:gd name="T90" fmla="*/ 619 w 3584"/>
              <a:gd name="T91" fmla="*/ 351 h 2687"/>
              <a:gd name="T92" fmla="*/ 772 w 3584"/>
              <a:gd name="T93" fmla="*/ 263 h 2687"/>
              <a:gd name="T94" fmla="*/ 1188 w 3584"/>
              <a:gd name="T95" fmla="*/ 50 h 2687"/>
              <a:gd name="T96" fmla="*/ 2446 w 3584"/>
              <a:gd name="T97" fmla="*/ 56 h 2687"/>
              <a:gd name="T98" fmla="*/ 2825 w 3584"/>
              <a:gd name="T99" fmla="*/ 385 h 2687"/>
              <a:gd name="T100" fmla="*/ 2962 w 3584"/>
              <a:gd name="T101" fmla="*/ 458 h 2687"/>
              <a:gd name="T102" fmla="*/ 3316 w 3584"/>
              <a:gd name="T103" fmla="*/ 398 h 2687"/>
              <a:gd name="T104" fmla="*/ 3584 w 3584"/>
              <a:gd name="T105" fmla="*/ 1458 h 2687"/>
              <a:gd name="T106" fmla="*/ 3335 w 3584"/>
              <a:gd name="T107" fmla="*/ 1506 h 2687"/>
              <a:gd name="T108" fmla="*/ 3055 w 3584"/>
              <a:gd name="T109" fmla="*/ 1502 h 2687"/>
              <a:gd name="T110" fmla="*/ 2714 w 3584"/>
              <a:gd name="T111" fmla="*/ 1171 h 2687"/>
              <a:gd name="T112" fmla="*/ 2325 w 3584"/>
              <a:gd name="T113" fmla="*/ 772 h 2687"/>
              <a:gd name="T114" fmla="*/ 2197 w 3584"/>
              <a:gd name="T115" fmla="*/ 653 h 2687"/>
              <a:gd name="T116" fmla="*/ 1845 w 3584"/>
              <a:gd name="T117" fmla="*/ 733 h 2687"/>
              <a:gd name="T118" fmla="*/ 1414 w 3584"/>
              <a:gd name="T119" fmla="*/ 952 h 2687"/>
              <a:gd name="T120" fmla="*/ 1186 w 3584"/>
              <a:gd name="T121" fmla="*/ 674 h 2687"/>
              <a:gd name="T122" fmla="*/ 1604 w 3584"/>
              <a:gd name="T123" fmla="*/ 363 h 2687"/>
              <a:gd name="T124" fmla="*/ 2186 w 3584"/>
              <a:gd name="T125" fmla="*/ 28 h 2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84" h="2687">
                <a:moveTo>
                  <a:pt x="567" y="1457"/>
                </a:moveTo>
                <a:lnTo>
                  <a:pt x="600" y="1458"/>
                </a:lnTo>
                <a:lnTo>
                  <a:pt x="632" y="1466"/>
                </a:lnTo>
                <a:lnTo>
                  <a:pt x="661" y="1478"/>
                </a:lnTo>
                <a:lnTo>
                  <a:pt x="689" y="1495"/>
                </a:lnTo>
                <a:lnTo>
                  <a:pt x="715" y="1517"/>
                </a:lnTo>
                <a:lnTo>
                  <a:pt x="733" y="1541"/>
                </a:lnTo>
                <a:lnTo>
                  <a:pt x="747" y="1567"/>
                </a:lnTo>
                <a:lnTo>
                  <a:pt x="757" y="1596"/>
                </a:lnTo>
                <a:lnTo>
                  <a:pt x="764" y="1625"/>
                </a:lnTo>
                <a:lnTo>
                  <a:pt x="765" y="1656"/>
                </a:lnTo>
                <a:lnTo>
                  <a:pt x="763" y="1686"/>
                </a:lnTo>
                <a:lnTo>
                  <a:pt x="756" y="1717"/>
                </a:lnTo>
                <a:lnTo>
                  <a:pt x="785" y="1712"/>
                </a:lnTo>
                <a:lnTo>
                  <a:pt x="815" y="1710"/>
                </a:lnTo>
                <a:lnTo>
                  <a:pt x="844" y="1714"/>
                </a:lnTo>
                <a:lnTo>
                  <a:pt x="873" y="1720"/>
                </a:lnTo>
                <a:lnTo>
                  <a:pt x="899" y="1731"/>
                </a:lnTo>
                <a:lnTo>
                  <a:pt x="924" y="1747"/>
                </a:lnTo>
                <a:lnTo>
                  <a:pt x="947" y="1767"/>
                </a:lnTo>
                <a:lnTo>
                  <a:pt x="965" y="1792"/>
                </a:lnTo>
                <a:lnTo>
                  <a:pt x="981" y="1818"/>
                </a:lnTo>
                <a:lnTo>
                  <a:pt x="991" y="1847"/>
                </a:lnTo>
                <a:lnTo>
                  <a:pt x="996" y="1876"/>
                </a:lnTo>
                <a:lnTo>
                  <a:pt x="997" y="1906"/>
                </a:lnTo>
                <a:lnTo>
                  <a:pt x="995" y="1937"/>
                </a:lnTo>
                <a:lnTo>
                  <a:pt x="988" y="1968"/>
                </a:lnTo>
                <a:lnTo>
                  <a:pt x="1018" y="1962"/>
                </a:lnTo>
                <a:lnTo>
                  <a:pt x="1047" y="1961"/>
                </a:lnTo>
                <a:lnTo>
                  <a:pt x="1077" y="1963"/>
                </a:lnTo>
                <a:lnTo>
                  <a:pt x="1105" y="1971"/>
                </a:lnTo>
                <a:lnTo>
                  <a:pt x="1132" y="1982"/>
                </a:lnTo>
                <a:lnTo>
                  <a:pt x="1156" y="1997"/>
                </a:lnTo>
                <a:lnTo>
                  <a:pt x="1179" y="2018"/>
                </a:lnTo>
                <a:lnTo>
                  <a:pt x="1198" y="2041"/>
                </a:lnTo>
                <a:lnTo>
                  <a:pt x="1212" y="2067"/>
                </a:lnTo>
                <a:lnTo>
                  <a:pt x="1223" y="2093"/>
                </a:lnTo>
                <a:lnTo>
                  <a:pt x="1229" y="2122"/>
                </a:lnTo>
                <a:lnTo>
                  <a:pt x="1232" y="2151"/>
                </a:lnTo>
                <a:lnTo>
                  <a:pt x="1229" y="2180"/>
                </a:lnTo>
                <a:lnTo>
                  <a:pt x="1225" y="2210"/>
                </a:lnTo>
                <a:lnTo>
                  <a:pt x="1215" y="2239"/>
                </a:lnTo>
                <a:lnTo>
                  <a:pt x="1248" y="2232"/>
                </a:lnTo>
                <a:lnTo>
                  <a:pt x="1280" y="2228"/>
                </a:lnTo>
                <a:lnTo>
                  <a:pt x="1311" y="2230"/>
                </a:lnTo>
                <a:lnTo>
                  <a:pt x="1343" y="2236"/>
                </a:lnTo>
                <a:lnTo>
                  <a:pt x="1372" y="2248"/>
                </a:lnTo>
                <a:lnTo>
                  <a:pt x="1400" y="2264"/>
                </a:lnTo>
                <a:lnTo>
                  <a:pt x="1424" y="2286"/>
                </a:lnTo>
                <a:lnTo>
                  <a:pt x="1444" y="2312"/>
                </a:lnTo>
                <a:lnTo>
                  <a:pt x="1461" y="2342"/>
                </a:lnTo>
                <a:lnTo>
                  <a:pt x="1471" y="2374"/>
                </a:lnTo>
                <a:lnTo>
                  <a:pt x="1476" y="2406"/>
                </a:lnTo>
                <a:lnTo>
                  <a:pt x="1477" y="2440"/>
                </a:lnTo>
                <a:lnTo>
                  <a:pt x="1472" y="2473"/>
                </a:lnTo>
                <a:lnTo>
                  <a:pt x="1463" y="2507"/>
                </a:lnTo>
                <a:lnTo>
                  <a:pt x="1448" y="2538"/>
                </a:lnTo>
                <a:lnTo>
                  <a:pt x="1429" y="2569"/>
                </a:lnTo>
                <a:lnTo>
                  <a:pt x="1404" y="2597"/>
                </a:lnTo>
                <a:lnTo>
                  <a:pt x="1382" y="2616"/>
                </a:lnTo>
                <a:lnTo>
                  <a:pt x="1357" y="2634"/>
                </a:lnTo>
                <a:lnTo>
                  <a:pt x="1330" y="2650"/>
                </a:lnTo>
                <a:lnTo>
                  <a:pt x="1301" y="2663"/>
                </a:lnTo>
                <a:lnTo>
                  <a:pt x="1272" y="2674"/>
                </a:lnTo>
                <a:lnTo>
                  <a:pt x="1241" y="2681"/>
                </a:lnTo>
                <a:lnTo>
                  <a:pt x="1211" y="2686"/>
                </a:lnTo>
                <a:lnTo>
                  <a:pt x="1180" y="2687"/>
                </a:lnTo>
                <a:lnTo>
                  <a:pt x="1151" y="2684"/>
                </a:lnTo>
                <a:lnTo>
                  <a:pt x="1124" y="2679"/>
                </a:lnTo>
                <a:lnTo>
                  <a:pt x="1097" y="2668"/>
                </a:lnTo>
                <a:lnTo>
                  <a:pt x="1075" y="2654"/>
                </a:lnTo>
                <a:lnTo>
                  <a:pt x="1055" y="2635"/>
                </a:lnTo>
                <a:lnTo>
                  <a:pt x="1036" y="2610"/>
                </a:lnTo>
                <a:lnTo>
                  <a:pt x="1024" y="2585"/>
                </a:lnTo>
                <a:lnTo>
                  <a:pt x="1018" y="2561"/>
                </a:lnTo>
                <a:lnTo>
                  <a:pt x="1016" y="2537"/>
                </a:lnTo>
                <a:lnTo>
                  <a:pt x="1018" y="2514"/>
                </a:lnTo>
                <a:lnTo>
                  <a:pt x="1023" y="2491"/>
                </a:lnTo>
                <a:lnTo>
                  <a:pt x="1030" y="2470"/>
                </a:lnTo>
                <a:lnTo>
                  <a:pt x="1039" y="2448"/>
                </a:lnTo>
                <a:lnTo>
                  <a:pt x="1048" y="2426"/>
                </a:lnTo>
                <a:lnTo>
                  <a:pt x="1057" y="2404"/>
                </a:lnTo>
                <a:lnTo>
                  <a:pt x="1066" y="2383"/>
                </a:lnTo>
                <a:lnTo>
                  <a:pt x="1046" y="2390"/>
                </a:lnTo>
                <a:lnTo>
                  <a:pt x="1025" y="2396"/>
                </a:lnTo>
                <a:lnTo>
                  <a:pt x="1005" y="2403"/>
                </a:lnTo>
                <a:lnTo>
                  <a:pt x="982" y="2408"/>
                </a:lnTo>
                <a:lnTo>
                  <a:pt x="959" y="2414"/>
                </a:lnTo>
                <a:lnTo>
                  <a:pt x="936" y="2416"/>
                </a:lnTo>
                <a:lnTo>
                  <a:pt x="913" y="2417"/>
                </a:lnTo>
                <a:lnTo>
                  <a:pt x="890" y="2415"/>
                </a:lnTo>
                <a:lnTo>
                  <a:pt x="868" y="2410"/>
                </a:lnTo>
                <a:lnTo>
                  <a:pt x="848" y="2400"/>
                </a:lnTo>
                <a:lnTo>
                  <a:pt x="828" y="2386"/>
                </a:lnTo>
                <a:lnTo>
                  <a:pt x="811" y="2367"/>
                </a:lnTo>
                <a:lnTo>
                  <a:pt x="793" y="2341"/>
                </a:lnTo>
                <a:lnTo>
                  <a:pt x="783" y="2317"/>
                </a:lnTo>
                <a:lnTo>
                  <a:pt x="778" y="2293"/>
                </a:lnTo>
                <a:lnTo>
                  <a:pt x="778" y="2269"/>
                </a:lnTo>
                <a:lnTo>
                  <a:pt x="781" y="2246"/>
                </a:lnTo>
                <a:lnTo>
                  <a:pt x="787" y="2224"/>
                </a:lnTo>
                <a:lnTo>
                  <a:pt x="794" y="2201"/>
                </a:lnTo>
                <a:lnTo>
                  <a:pt x="802" y="2179"/>
                </a:lnTo>
                <a:lnTo>
                  <a:pt x="809" y="2159"/>
                </a:lnTo>
                <a:lnTo>
                  <a:pt x="817" y="2137"/>
                </a:lnTo>
                <a:lnTo>
                  <a:pt x="799" y="2142"/>
                </a:lnTo>
                <a:lnTo>
                  <a:pt x="780" y="2148"/>
                </a:lnTo>
                <a:lnTo>
                  <a:pt x="760" y="2154"/>
                </a:lnTo>
                <a:lnTo>
                  <a:pt x="740" y="2160"/>
                </a:lnTo>
                <a:lnTo>
                  <a:pt x="719" y="2164"/>
                </a:lnTo>
                <a:lnTo>
                  <a:pt x="698" y="2168"/>
                </a:lnTo>
                <a:lnTo>
                  <a:pt x="677" y="2168"/>
                </a:lnTo>
                <a:lnTo>
                  <a:pt x="656" y="2167"/>
                </a:lnTo>
                <a:lnTo>
                  <a:pt x="636" y="2162"/>
                </a:lnTo>
                <a:lnTo>
                  <a:pt x="615" y="2152"/>
                </a:lnTo>
                <a:lnTo>
                  <a:pt x="597" y="2137"/>
                </a:lnTo>
                <a:lnTo>
                  <a:pt x="578" y="2117"/>
                </a:lnTo>
                <a:lnTo>
                  <a:pt x="562" y="2092"/>
                </a:lnTo>
                <a:lnTo>
                  <a:pt x="551" y="2068"/>
                </a:lnTo>
                <a:lnTo>
                  <a:pt x="545" y="2046"/>
                </a:lnTo>
                <a:lnTo>
                  <a:pt x="544" y="2024"/>
                </a:lnTo>
                <a:lnTo>
                  <a:pt x="545" y="2004"/>
                </a:lnTo>
                <a:lnTo>
                  <a:pt x="550" y="1983"/>
                </a:lnTo>
                <a:lnTo>
                  <a:pt x="556" y="1963"/>
                </a:lnTo>
                <a:lnTo>
                  <a:pt x="563" y="1945"/>
                </a:lnTo>
                <a:lnTo>
                  <a:pt x="571" y="1925"/>
                </a:lnTo>
                <a:lnTo>
                  <a:pt x="578" y="1906"/>
                </a:lnTo>
                <a:lnTo>
                  <a:pt x="585" y="1887"/>
                </a:lnTo>
                <a:lnTo>
                  <a:pt x="565" y="1892"/>
                </a:lnTo>
                <a:lnTo>
                  <a:pt x="544" y="1899"/>
                </a:lnTo>
                <a:lnTo>
                  <a:pt x="524" y="1906"/>
                </a:lnTo>
                <a:lnTo>
                  <a:pt x="502" y="1911"/>
                </a:lnTo>
                <a:lnTo>
                  <a:pt x="480" y="1916"/>
                </a:lnTo>
                <a:lnTo>
                  <a:pt x="457" y="1919"/>
                </a:lnTo>
                <a:lnTo>
                  <a:pt x="435" y="1918"/>
                </a:lnTo>
                <a:lnTo>
                  <a:pt x="412" y="1913"/>
                </a:lnTo>
                <a:lnTo>
                  <a:pt x="389" y="1903"/>
                </a:lnTo>
                <a:lnTo>
                  <a:pt x="368" y="1888"/>
                </a:lnTo>
                <a:lnTo>
                  <a:pt x="346" y="1866"/>
                </a:lnTo>
                <a:lnTo>
                  <a:pt x="328" y="1841"/>
                </a:lnTo>
                <a:lnTo>
                  <a:pt x="317" y="1815"/>
                </a:lnTo>
                <a:lnTo>
                  <a:pt x="311" y="1786"/>
                </a:lnTo>
                <a:lnTo>
                  <a:pt x="309" y="1756"/>
                </a:lnTo>
                <a:lnTo>
                  <a:pt x="310" y="1726"/>
                </a:lnTo>
                <a:lnTo>
                  <a:pt x="316" y="1694"/>
                </a:lnTo>
                <a:lnTo>
                  <a:pt x="325" y="1662"/>
                </a:lnTo>
                <a:lnTo>
                  <a:pt x="338" y="1632"/>
                </a:lnTo>
                <a:lnTo>
                  <a:pt x="353" y="1602"/>
                </a:lnTo>
                <a:lnTo>
                  <a:pt x="371" y="1575"/>
                </a:lnTo>
                <a:lnTo>
                  <a:pt x="391" y="1549"/>
                </a:lnTo>
                <a:lnTo>
                  <a:pt x="412" y="1526"/>
                </a:lnTo>
                <a:lnTo>
                  <a:pt x="440" y="1502"/>
                </a:lnTo>
                <a:lnTo>
                  <a:pt x="470" y="1483"/>
                </a:lnTo>
                <a:lnTo>
                  <a:pt x="502" y="1469"/>
                </a:lnTo>
                <a:lnTo>
                  <a:pt x="535" y="1460"/>
                </a:lnTo>
                <a:lnTo>
                  <a:pt x="567" y="1457"/>
                </a:lnTo>
                <a:close/>
                <a:moveTo>
                  <a:pt x="1351" y="15"/>
                </a:moveTo>
                <a:lnTo>
                  <a:pt x="1395" y="17"/>
                </a:lnTo>
                <a:lnTo>
                  <a:pt x="1437" y="23"/>
                </a:lnTo>
                <a:lnTo>
                  <a:pt x="1475" y="31"/>
                </a:lnTo>
                <a:lnTo>
                  <a:pt x="1510" y="41"/>
                </a:lnTo>
                <a:lnTo>
                  <a:pt x="1540" y="54"/>
                </a:lnTo>
                <a:lnTo>
                  <a:pt x="1568" y="67"/>
                </a:lnTo>
                <a:lnTo>
                  <a:pt x="1592" y="82"/>
                </a:lnTo>
                <a:lnTo>
                  <a:pt x="1612" y="96"/>
                </a:lnTo>
                <a:lnTo>
                  <a:pt x="1631" y="109"/>
                </a:lnTo>
                <a:lnTo>
                  <a:pt x="1645" y="121"/>
                </a:lnTo>
                <a:lnTo>
                  <a:pt x="1656" y="132"/>
                </a:lnTo>
                <a:lnTo>
                  <a:pt x="1664" y="139"/>
                </a:lnTo>
                <a:lnTo>
                  <a:pt x="1668" y="145"/>
                </a:lnTo>
                <a:lnTo>
                  <a:pt x="1669" y="147"/>
                </a:lnTo>
                <a:lnTo>
                  <a:pt x="1667" y="149"/>
                </a:lnTo>
                <a:lnTo>
                  <a:pt x="1659" y="152"/>
                </a:lnTo>
                <a:lnTo>
                  <a:pt x="1647" y="160"/>
                </a:lnTo>
                <a:lnTo>
                  <a:pt x="1631" y="169"/>
                </a:lnTo>
                <a:lnTo>
                  <a:pt x="1610" y="180"/>
                </a:lnTo>
                <a:lnTo>
                  <a:pt x="1587" y="193"/>
                </a:lnTo>
                <a:lnTo>
                  <a:pt x="1561" y="208"/>
                </a:lnTo>
                <a:lnTo>
                  <a:pt x="1533" y="224"/>
                </a:lnTo>
                <a:lnTo>
                  <a:pt x="1503" y="242"/>
                </a:lnTo>
                <a:lnTo>
                  <a:pt x="1472" y="260"/>
                </a:lnTo>
                <a:lnTo>
                  <a:pt x="1439" y="279"/>
                </a:lnTo>
                <a:lnTo>
                  <a:pt x="1406" y="299"/>
                </a:lnTo>
                <a:lnTo>
                  <a:pt x="1372" y="318"/>
                </a:lnTo>
                <a:lnTo>
                  <a:pt x="1340" y="339"/>
                </a:lnTo>
                <a:lnTo>
                  <a:pt x="1308" y="359"/>
                </a:lnTo>
                <a:lnTo>
                  <a:pt x="1277" y="378"/>
                </a:lnTo>
                <a:lnTo>
                  <a:pt x="1249" y="397"/>
                </a:lnTo>
                <a:lnTo>
                  <a:pt x="1222" y="414"/>
                </a:lnTo>
                <a:lnTo>
                  <a:pt x="1198" y="432"/>
                </a:lnTo>
                <a:lnTo>
                  <a:pt x="1162" y="458"/>
                </a:lnTo>
                <a:lnTo>
                  <a:pt x="1129" y="490"/>
                </a:lnTo>
                <a:lnTo>
                  <a:pt x="1100" y="524"/>
                </a:lnTo>
                <a:lnTo>
                  <a:pt x="1075" y="564"/>
                </a:lnTo>
                <a:lnTo>
                  <a:pt x="1055" y="605"/>
                </a:lnTo>
                <a:lnTo>
                  <a:pt x="1041" y="650"/>
                </a:lnTo>
                <a:lnTo>
                  <a:pt x="1031" y="697"/>
                </a:lnTo>
                <a:lnTo>
                  <a:pt x="1029" y="746"/>
                </a:lnTo>
                <a:lnTo>
                  <a:pt x="1032" y="796"/>
                </a:lnTo>
                <a:lnTo>
                  <a:pt x="1041" y="845"/>
                </a:lnTo>
                <a:lnTo>
                  <a:pt x="1056" y="891"/>
                </a:lnTo>
                <a:lnTo>
                  <a:pt x="1077" y="934"/>
                </a:lnTo>
                <a:lnTo>
                  <a:pt x="1103" y="973"/>
                </a:lnTo>
                <a:lnTo>
                  <a:pt x="1133" y="1009"/>
                </a:lnTo>
                <a:lnTo>
                  <a:pt x="1167" y="1040"/>
                </a:lnTo>
                <a:lnTo>
                  <a:pt x="1205" y="1067"/>
                </a:lnTo>
                <a:lnTo>
                  <a:pt x="1247" y="1088"/>
                </a:lnTo>
                <a:lnTo>
                  <a:pt x="1292" y="1104"/>
                </a:lnTo>
                <a:lnTo>
                  <a:pt x="1339" y="1114"/>
                </a:lnTo>
                <a:lnTo>
                  <a:pt x="1387" y="1118"/>
                </a:lnTo>
                <a:lnTo>
                  <a:pt x="1397" y="1117"/>
                </a:lnTo>
                <a:lnTo>
                  <a:pt x="1413" y="1114"/>
                </a:lnTo>
                <a:lnTo>
                  <a:pt x="1435" y="1109"/>
                </a:lnTo>
                <a:lnTo>
                  <a:pt x="1461" y="1102"/>
                </a:lnTo>
                <a:lnTo>
                  <a:pt x="1490" y="1092"/>
                </a:lnTo>
                <a:lnTo>
                  <a:pt x="1524" y="1080"/>
                </a:lnTo>
                <a:lnTo>
                  <a:pt x="1560" y="1063"/>
                </a:lnTo>
                <a:lnTo>
                  <a:pt x="1597" y="1045"/>
                </a:lnTo>
                <a:lnTo>
                  <a:pt x="1646" y="1021"/>
                </a:lnTo>
                <a:lnTo>
                  <a:pt x="1699" y="996"/>
                </a:lnTo>
                <a:lnTo>
                  <a:pt x="1753" y="970"/>
                </a:lnTo>
                <a:lnTo>
                  <a:pt x="1808" y="944"/>
                </a:lnTo>
                <a:lnTo>
                  <a:pt x="1861" y="919"/>
                </a:lnTo>
                <a:lnTo>
                  <a:pt x="1911" y="896"/>
                </a:lnTo>
                <a:lnTo>
                  <a:pt x="1942" y="884"/>
                </a:lnTo>
                <a:lnTo>
                  <a:pt x="1971" y="878"/>
                </a:lnTo>
                <a:lnTo>
                  <a:pt x="2000" y="877"/>
                </a:lnTo>
                <a:lnTo>
                  <a:pt x="2026" y="879"/>
                </a:lnTo>
                <a:lnTo>
                  <a:pt x="2050" y="883"/>
                </a:lnTo>
                <a:lnTo>
                  <a:pt x="2073" y="891"/>
                </a:lnTo>
                <a:lnTo>
                  <a:pt x="2092" y="900"/>
                </a:lnTo>
                <a:lnTo>
                  <a:pt x="2110" y="910"/>
                </a:lnTo>
                <a:lnTo>
                  <a:pt x="2124" y="918"/>
                </a:lnTo>
                <a:lnTo>
                  <a:pt x="2136" y="927"/>
                </a:lnTo>
                <a:lnTo>
                  <a:pt x="2145" y="935"/>
                </a:lnTo>
                <a:lnTo>
                  <a:pt x="2150" y="939"/>
                </a:lnTo>
                <a:lnTo>
                  <a:pt x="2152" y="941"/>
                </a:lnTo>
                <a:lnTo>
                  <a:pt x="2179" y="968"/>
                </a:lnTo>
                <a:lnTo>
                  <a:pt x="2203" y="994"/>
                </a:lnTo>
                <a:lnTo>
                  <a:pt x="2224" y="1016"/>
                </a:lnTo>
                <a:lnTo>
                  <a:pt x="2243" y="1036"/>
                </a:lnTo>
                <a:lnTo>
                  <a:pt x="2260" y="1054"/>
                </a:lnTo>
                <a:lnTo>
                  <a:pt x="2276" y="1070"/>
                </a:lnTo>
                <a:lnTo>
                  <a:pt x="2289" y="1084"/>
                </a:lnTo>
                <a:lnTo>
                  <a:pt x="2301" y="1096"/>
                </a:lnTo>
                <a:lnTo>
                  <a:pt x="2312" y="1108"/>
                </a:lnTo>
                <a:lnTo>
                  <a:pt x="2321" y="1118"/>
                </a:lnTo>
                <a:lnTo>
                  <a:pt x="2330" y="1127"/>
                </a:lnTo>
                <a:lnTo>
                  <a:pt x="2338" y="1134"/>
                </a:lnTo>
                <a:lnTo>
                  <a:pt x="2345" y="1142"/>
                </a:lnTo>
                <a:lnTo>
                  <a:pt x="2352" y="1150"/>
                </a:lnTo>
                <a:lnTo>
                  <a:pt x="2359" y="1156"/>
                </a:lnTo>
                <a:lnTo>
                  <a:pt x="2365" y="1164"/>
                </a:lnTo>
                <a:lnTo>
                  <a:pt x="2373" y="1170"/>
                </a:lnTo>
                <a:lnTo>
                  <a:pt x="2379" y="1178"/>
                </a:lnTo>
                <a:lnTo>
                  <a:pt x="2387" y="1186"/>
                </a:lnTo>
                <a:lnTo>
                  <a:pt x="2396" y="1195"/>
                </a:lnTo>
                <a:lnTo>
                  <a:pt x="2405" y="1205"/>
                </a:lnTo>
                <a:lnTo>
                  <a:pt x="2415" y="1216"/>
                </a:lnTo>
                <a:lnTo>
                  <a:pt x="2427" y="1228"/>
                </a:lnTo>
                <a:lnTo>
                  <a:pt x="2440" y="1242"/>
                </a:lnTo>
                <a:lnTo>
                  <a:pt x="2456" y="1258"/>
                </a:lnTo>
                <a:lnTo>
                  <a:pt x="2473" y="1275"/>
                </a:lnTo>
                <a:lnTo>
                  <a:pt x="2492" y="1295"/>
                </a:lnTo>
                <a:lnTo>
                  <a:pt x="2512" y="1316"/>
                </a:lnTo>
                <a:lnTo>
                  <a:pt x="2536" y="1340"/>
                </a:lnTo>
                <a:lnTo>
                  <a:pt x="2563" y="1368"/>
                </a:lnTo>
                <a:lnTo>
                  <a:pt x="2592" y="1398"/>
                </a:lnTo>
                <a:lnTo>
                  <a:pt x="2624" y="1431"/>
                </a:lnTo>
                <a:lnTo>
                  <a:pt x="2659" y="1468"/>
                </a:lnTo>
                <a:lnTo>
                  <a:pt x="2698" y="1508"/>
                </a:lnTo>
                <a:lnTo>
                  <a:pt x="2739" y="1552"/>
                </a:lnTo>
                <a:lnTo>
                  <a:pt x="2785" y="1599"/>
                </a:lnTo>
                <a:lnTo>
                  <a:pt x="2835" y="1651"/>
                </a:lnTo>
                <a:lnTo>
                  <a:pt x="2839" y="1654"/>
                </a:lnTo>
                <a:lnTo>
                  <a:pt x="2841" y="1656"/>
                </a:lnTo>
                <a:lnTo>
                  <a:pt x="2859" y="1679"/>
                </a:lnTo>
                <a:lnTo>
                  <a:pt x="2872" y="1703"/>
                </a:lnTo>
                <a:lnTo>
                  <a:pt x="2882" y="1730"/>
                </a:lnTo>
                <a:lnTo>
                  <a:pt x="2887" y="1757"/>
                </a:lnTo>
                <a:lnTo>
                  <a:pt x="2887" y="1786"/>
                </a:lnTo>
                <a:lnTo>
                  <a:pt x="2881" y="1813"/>
                </a:lnTo>
                <a:lnTo>
                  <a:pt x="2872" y="1839"/>
                </a:lnTo>
                <a:lnTo>
                  <a:pt x="2859" y="1864"/>
                </a:lnTo>
                <a:lnTo>
                  <a:pt x="2841" y="1887"/>
                </a:lnTo>
                <a:lnTo>
                  <a:pt x="2819" y="1906"/>
                </a:lnTo>
                <a:lnTo>
                  <a:pt x="2795" y="1920"/>
                </a:lnTo>
                <a:lnTo>
                  <a:pt x="2770" y="1928"/>
                </a:lnTo>
                <a:lnTo>
                  <a:pt x="2743" y="1934"/>
                </a:lnTo>
                <a:lnTo>
                  <a:pt x="2716" y="1934"/>
                </a:lnTo>
                <a:lnTo>
                  <a:pt x="2689" y="1930"/>
                </a:lnTo>
                <a:lnTo>
                  <a:pt x="2664" y="1920"/>
                </a:lnTo>
                <a:lnTo>
                  <a:pt x="2640" y="1906"/>
                </a:lnTo>
                <a:lnTo>
                  <a:pt x="2618" y="1887"/>
                </a:lnTo>
                <a:lnTo>
                  <a:pt x="2617" y="1885"/>
                </a:lnTo>
                <a:lnTo>
                  <a:pt x="2615" y="1883"/>
                </a:lnTo>
                <a:lnTo>
                  <a:pt x="2579" y="1844"/>
                </a:lnTo>
                <a:lnTo>
                  <a:pt x="2545" y="1811"/>
                </a:lnTo>
                <a:lnTo>
                  <a:pt x="2516" y="1780"/>
                </a:lnTo>
                <a:lnTo>
                  <a:pt x="2488" y="1753"/>
                </a:lnTo>
                <a:lnTo>
                  <a:pt x="2465" y="1729"/>
                </a:lnTo>
                <a:lnTo>
                  <a:pt x="2445" y="1707"/>
                </a:lnTo>
                <a:lnTo>
                  <a:pt x="2426" y="1690"/>
                </a:lnTo>
                <a:lnTo>
                  <a:pt x="2411" y="1674"/>
                </a:lnTo>
                <a:lnTo>
                  <a:pt x="2398" y="1661"/>
                </a:lnTo>
                <a:lnTo>
                  <a:pt x="2386" y="1650"/>
                </a:lnTo>
                <a:lnTo>
                  <a:pt x="2377" y="1643"/>
                </a:lnTo>
                <a:lnTo>
                  <a:pt x="2368" y="1636"/>
                </a:lnTo>
                <a:lnTo>
                  <a:pt x="2362" y="1632"/>
                </a:lnTo>
                <a:lnTo>
                  <a:pt x="2357" y="1628"/>
                </a:lnTo>
                <a:lnTo>
                  <a:pt x="2353" y="1626"/>
                </a:lnTo>
                <a:lnTo>
                  <a:pt x="2349" y="1626"/>
                </a:lnTo>
                <a:lnTo>
                  <a:pt x="2347" y="1627"/>
                </a:lnTo>
                <a:lnTo>
                  <a:pt x="2344" y="1628"/>
                </a:lnTo>
                <a:lnTo>
                  <a:pt x="2341" y="1631"/>
                </a:lnTo>
                <a:lnTo>
                  <a:pt x="2339" y="1633"/>
                </a:lnTo>
                <a:lnTo>
                  <a:pt x="2337" y="1635"/>
                </a:lnTo>
                <a:lnTo>
                  <a:pt x="2335" y="1637"/>
                </a:lnTo>
                <a:lnTo>
                  <a:pt x="2333" y="1640"/>
                </a:lnTo>
                <a:lnTo>
                  <a:pt x="2332" y="1644"/>
                </a:lnTo>
                <a:lnTo>
                  <a:pt x="2332" y="1647"/>
                </a:lnTo>
                <a:lnTo>
                  <a:pt x="2333" y="1651"/>
                </a:lnTo>
                <a:lnTo>
                  <a:pt x="2336" y="1658"/>
                </a:lnTo>
                <a:lnTo>
                  <a:pt x="2340" y="1664"/>
                </a:lnTo>
                <a:lnTo>
                  <a:pt x="2345" y="1673"/>
                </a:lnTo>
                <a:lnTo>
                  <a:pt x="2353" y="1684"/>
                </a:lnTo>
                <a:lnTo>
                  <a:pt x="2362" y="1696"/>
                </a:lnTo>
                <a:lnTo>
                  <a:pt x="2374" y="1710"/>
                </a:lnTo>
                <a:lnTo>
                  <a:pt x="2389" y="1728"/>
                </a:lnTo>
                <a:lnTo>
                  <a:pt x="2405" y="1746"/>
                </a:lnTo>
                <a:lnTo>
                  <a:pt x="2426" y="1769"/>
                </a:lnTo>
                <a:lnTo>
                  <a:pt x="2449" y="1794"/>
                </a:lnTo>
                <a:lnTo>
                  <a:pt x="2475" y="1823"/>
                </a:lnTo>
                <a:lnTo>
                  <a:pt x="2506" y="1854"/>
                </a:lnTo>
                <a:lnTo>
                  <a:pt x="2540" y="1890"/>
                </a:lnTo>
                <a:lnTo>
                  <a:pt x="2578" y="1930"/>
                </a:lnTo>
                <a:lnTo>
                  <a:pt x="2580" y="1933"/>
                </a:lnTo>
                <a:lnTo>
                  <a:pt x="2582" y="1936"/>
                </a:lnTo>
                <a:lnTo>
                  <a:pt x="2583" y="1940"/>
                </a:lnTo>
                <a:lnTo>
                  <a:pt x="2600" y="1966"/>
                </a:lnTo>
                <a:lnTo>
                  <a:pt x="2611" y="1993"/>
                </a:lnTo>
                <a:lnTo>
                  <a:pt x="2617" y="2021"/>
                </a:lnTo>
                <a:lnTo>
                  <a:pt x="2618" y="2051"/>
                </a:lnTo>
                <a:lnTo>
                  <a:pt x="2614" y="2080"/>
                </a:lnTo>
                <a:lnTo>
                  <a:pt x="2605" y="2108"/>
                </a:lnTo>
                <a:lnTo>
                  <a:pt x="2592" y="2135"/>
                </a:lnTo>
                <a:lnTo>
                  <a:pt x="2572" y="2159"/>
                </a:lnTo>
                <a:lnTo>
                  <a:pt x="2552" y="2176"/>
                </a:lnTo>
                <a:lnTo>
                  <a:pt x="2529" y="2190"/>
                </a:lnTo>
                <a:lnTo>
                  <a:pt x="2504" y="2200"/>
                </a:lnTo>
                <a:lnTo>
                  <a:pt x="2479" y="2204"/>
                </a:lnTo>
                <a:lnTo>
                  <a:pt x="2452" y="2206"/>
                </a:lnTo>
                <a:lnTo>
                  <a:pt x="2426" y="2201"/>
                </a:lnTo>
                <a:lnTo>
                  <a:pt x="2401" y="2192"/>
                </a:lnTo>
                <a:lnTo>
                  <a:pt x="2377" y="2180"/>
                </a:lnTo>
                <a:lnTo>
                  <a:pt x="2356" y="2163"/>
                </a:lnTo>
                <a:lnTo>
                  <a:pt x="2355" y="2163"/>
                </a:lnTo>
                <a:lnTo>
                  <a:pt x="2354" y="2163"/>
                </a:lnTo>
                <a:lnTo>
                  <a:pt x="2308" y="2115"/>
                </a:lnTo>
                <a:lnTo>
                  <a:pt x="2266" y="2070"/>
                </a:lnTo>
                <a:lnTo>
                  <a:pt x="2227" y="2030"/>
                </a:lnTo>
                <a:lnTo>
                  <a:pt x="2192" y="1993"/>
                </a:lnTo>
                <a:lnTo>
                  <a:pt x="2160" y="1960"/>
                </a:lnTo>
                <a:lnTo>
                  <a:pt x="2132" y="1932"/>
                </a:lnTo>
                <a:lnTo>
                  <a:pt x="2108" y="1908"/>
                </a:lnTo>
                <a:lnTo>
                  <a:pt x="2086" y="1887"/>
                </a:lnTo>
                <a:lnTo>
                  <a:pt x="2068" y="1872"/>
                </a:lnTo>
                <a:lnTo>
                  <a:pt x="2053" y="1860"/>
                </a:lnTo>
                <a:lnTo>
                  <a:pt x="2042" y="1853"/>
                </a:lnTo>
                <a:lnTo>
                  <a:pt x="2033" y="1850"/>
                </a:lnTo>
                <a:lnTo>
                  <a:pt x="2028" y="1852"/>
                </a:lnTo>
                <a:lnTo>
                  <a:pt x="2025" y="1855"/>
                </a:lnTo>
                <a:lnTo>
                  <a:pt x="2024" y="1860"/>
                </a:lnTo>
                <a:lnTo>
                  <a:pt x="2024" y="1865"/>
                </a:lnTo>
                <a:lnTo>
                  <a:pt x="2026" y="1872"/>
                </a:lnTo>
                <a:lnTo>
                  <a:pt x="2029" y="1880"/>
                </a:lnTo>
                <a:lnTo>
                  <a:pt x="2035" y="1889"/>
                </a:lnTo>
                <a:lnTo>
                  <a:pt x="2042" y="1901"/>
                </a:lnTo>
                <a:lnTo>
                  <a:pt x="2052" y="1915"/>
                </a:lnTo>
                <a:lnTo>
                  <a:pt x="2065" y="1932"/>
                </a:lnTo>
                <a:lnTo>
                  <a:pt x="2080" y="1950"/>
                </a:lnTo>
                <a:lnTo>
                  <a:pt x="2099" y="1972"/>
                </a:lnTo>
                <a:lnTo>
                  <a:pt x="2121" y="1996"/>
                </a:lnTo>
                <a:lnTo>
                  <a:pt x="2147" y="2024"/>
                </a:lnTo>
                <a:lnTo>
                  <a:pt x="2176" y="2056"/>
                </a:lnTo>
                <a:lnTo>
                  <a:pt x="2209" y="2091"/>
                </a:lnTo>
                <a:lnTo>
                  <a:pt x="2246" y="2129"/>
                </a:lnTo>
                <a:lnTo>
                  <a:pt x="2252" y="2136"/>
                </a:lnTo>
                <a:lnTo>
                  <a:pt x="2256" y="2141"/>
                </a:lnTo>
                <a:lnTo>
                  <a:pt x="2261" y="2146"/>
                </a:lnTo>
                <a:lnTo>
                  <a:pt x="2267" y="2150"/>
                </a:lnTo>
                <a:lnTo>
                  <a:pt x="2284" y="2173"/>
                </a:lnTo>
                <a:lnTo>
                  <a:pt x="2299" y="2197"/>
                </a:lnTo>
                <a:lnTo>
                  <a:pt x="2307" y="2224"/>
                </a:lnTo>
                <a:lnTo>
                  <a:pt x="2312" y="2251"/>
                </a:lnTo>
                <a:lnTo>
                  <a:pt x="2312" y="2280"/>
                </a:lnTo>
                <a:lnTo>
                  <a:pt x="2307" y="2307"/>
                </a:lnTo>
                <a:lnTo>
                  <a:pt x="2299" y="2333"/>
                </a:lnTo>
                <a:lnTo>
                  <a:pt x="2284" y="2358"/>
                </a:lnTo>
                <a:lnTo>
                  <a:pt x="2267" y="2381"/>
                </a:lnTo>
                <a:lnTo>
                  <a:pt x="2245" y="2400"/>
                </a:lnTo>
                <a:lnTo>
                  <a:pt x="2221" y="2414"/>
                </a:lnTo>
                <a:lnTo>
                  <a:pt x="2195" y="2424"/>
                </a:lnTo>
                <a:lnTo>
                  <a:pt x="2169" y="2428"/>
                </a:lnTo>
                <a:lnTo>
                  <a:pt x="2141" y="2428"/>
                </a:lnTo>
                <a:lnTo>
                  <a:pt x="2115" y="2424"/>
                </a:lnTo>
                <a:lnTo>
                  <a:pt x="2090" y="2414"/>
                </a:lnTo>
                <a:lnTo>
                  <a:pt x="2066" y="2400"/>
                </a:lnTo>
                <a:lnTo>
                  <a:pt x="2044" y="2381"/>
                </a:lnTo>
                <a:lnTo>
                  <a:pt x="2036" y="2371"/>
                </a:lnTo>
                <a:lnTo>
                  <a:pt x="2029" y="2362"/>
                </a:lnTo>
                <a:lnTo>
                  <a:pt x="2027" y="2360"/>
                </a:lnTo>
                <a:lnTo>
                  <a:pt x="2025" y="2358"/>
                </a:lnTo>
                <a:lnTo>
                  <a:pt x="1985" y="2318"/>
                </a:lnTo>
                <a:lnTo>
                  <a:pt x="1951" y="2282"/>
                </a:lnTo>
                <a:lnTo>
                  <a:pt x="1920" y="2249"/>
                </a:lnTo>
                <a:lnTo>
                  <a:pt x="1893" y="2220"/>
                </a:lnTo>
                <a:lnTo>
                  <a:pt x="1868" y="2194"/>
                </a:lnTo>
                <a:lnTo>
                  <a:pt x="1847" y="2171"/>
                </a:lnTo>
                <a:lnTo>
                  <a:pt x="1827" y="2151"/>
                </a:lnTo>
                <a:lnTo>
                  <a:pt x="1812" y="2135"/>
                </a:lnTo>
                <a:lnTo>
                  <a:pt x="1798" y="2120"/>
                </a:lnTo>
                <a:lnTo>
                  <a:pt x="1786" y="2110"/>
                </a:lnTo>
                <a:lnTo>
                  <a:pt x="1776" y="2101"/>
                </a:lnTo>
                <a:lnTo>
                  <a:pt x="1768" y="2094"/>
                </a:lnTo>
                <a:lnTo>
                  <a:pt x="1761" y="2091"/>
                </a:lnTo>
                <a:lnTo>
                  <a:pt x="1755" y="2089"/>
                </a:lnTo>
                <a:lnTo>
                  <a:pt x="1751" y="2088"/>
                </a:lnTo>
                <a:lnTo>
                  <a:pt x="1747" y="2090"/>
                </a:lnTo>
                <a:lnTo>
                  <a:pt x="1742" y="2093"/>
                </a:lnTo>
                <a:lnTo>
                  <a:pt x="1739" y="2096"/>
                </a:lnTo>
                <a:lnTo>
                  <a:pt x="1737" y="2100"/>
                </a:lnTo>
                <a:lnTo>
                  <a:pt x="1736" y="2104"/>
                </a:lnTo>
                <a:lnTo>
                  <a:pt x="1736" y="2110"/>
                </a:lnTo>
                <a:lnTo>
                  <a:pt x="1737" y="2115"/>
                </a:lnTo>
                <a:lnTo>
                  <a:pt x="1740" y="2122"/>
                </a:lnTo>
                <a:lnTo>
                  <a:pt x="1744" y="2130"/>
                </a:lnTo>
                <a:lnTo>
                  <a:pt x="1752" y="2140"/>
                </a:lnTo>
                <a:lnTo>
                  <a:pt x="1761" y="2152"/>
                </a:lnTo>
                <a:lnTo>
                  <a:pt x="1773" y="2166"/>
                </a:lnTo>
                <a:lnTo>
                  <a:pt x="1787" y="2183"/>
                </a:lnTo>
                <a:lnTo>
                  <a:pt x="1804" y="2201"/>
                </a:lnTo>
                <a:lnTo>
                  <a:pt x="1824" y="2223"/>
                </a:lnTo>
                <a:lnTo>
                  <a:pt x="1848" y="2248"/>
                </a:lnTo>
                <a:lnTo>
                  <a:pt x="1874" y="2276"/>
                </a:lnTo>
                <a:lnTo>
                  <a:pt x="1905" y="2308"/>
                </a:lnTo>
                <a:lnTo>
                  <a:pt x="1940" y="2344"/>
                </a:lnTo>
                <a:lnTo>
                  <a:pt x="1940" y="2345"/>
                </a:lnTo>
                <a:lnTo>
                  <a:pt x="1943" y="2348"/>
                </a:lnTo>
                <a:lnTo>
                  <a:pt x="1946" y="2351"/>
                </a:lnTo>
                <a:lnTo>
                  <a:pt x="1964" y="2374"/>
                </a:lnTo>
                <a:lnTo>
                  <a:pt x="1978" y="2399"/>
                </a:lnTo>
                <a:lnTo>
                  <a:pt x="1987" y="2425"/>
                </a:lnTo>
                <a:lnTo>
                  <a:pt x="1991" y="2452"/>
                </a:lnTo>
                <a:lnTo>
                  <a:pt x="1991" y="2480"/>
                </a:lnTo>
                <a:lnTo>
                  <a:pt x="1987" y="2508"/>
                </a:lnTo>
                <a:lnTo>
                  <a:pt x="1978" y="2534"/>
                </a:lnTo>
                <a:lnTo>
                  <a:pt x="1964" y="2559"/>
                </a:lnTo>
                <a:lnTo>
                  <a:pt x="1946" y="2582"/>
                </a:lnTo>
                <a:lnTo>
                  <a:pt x="1924" y="2600"/>
                </a:lnTo>
                <a:lnTo>
                  <a:pt x="1900" y="2615"/>
                </a:lnTo>
                <a:lnTo>
                  <a:pt x="1874" y="2624"/>
                </a:lnTo>
                <a:lnTo>
                  <a:pt x="1848" y="2629"/>
                </a:lnTo>
                <a:lnTo>
                  <a:pt x="1821" y="2629"/>
                </a:lnTo>
                <a:lnTo>
                  <a:pt x="1795" y="2624"/>
                </a:lnTo>
                <a:lnTo>
                  <a:pt x="1768" y="2615"/>
                </a:lnTo>
                <a:lnTo>
                  <a:pt x="1744" y="2600"/>
                </a:lnTo>
                <a:lnTo>
                  <a:pt x="1724" y="2582"/>
                </a:lnTo>
                <a:lnTo>
                  <a:pt x="1713" y="2570"/>
                </a:lnTo>
                <a:lnTo>
                  <a:pt x="1701" y="2558"/>
                </a:lnTo>
                <a:lnTo>
                  <a:pt x="1689" y="2545"/>
                </a:lnTo>
                <a:lnTo>
                  <a:pt x="1677" y="2532"/>
                </a:lnTo>
                <a:lnTo>
                  <a:pt x="1666" y="2519"/>
                </a:lnTo>
                <a:lnTo>
                  <a:pt x="1656" y="2508"/>
                </a:lnTo>
                <a:lnTo>
                  <a:pt x="1648" y="2499"/>
                </a:lnTo>
                <a:lnTo>
                  <a:pt x="1643" y="2492"/>
                </a:lnTo>
                <a:lnTo>
                  <a:pt x="1641" y="2489"/>
                </a:lnTo>
                <a:lnTo>
                  <a:pt x="1640" y="2489"/>
                </a:lnTo>
                <a:lnTo>
                  <a:pt x="1640" y="2489"/>
                </a:lnTo>
                <a:lnTo>
                  <a:pt x="1644" y="2446"/>
                </a:lnTo>
                <a:lnTo>
                  <a:pt x="1644" y="2402"/>
                </a:lnTo>
                <a:lnTo>
                  <a:pt x="1640" y="2358"/>
                </a:lnTo>
                <a:lnTo>
                  <a:pt x="1631" y="2316"/>
                </a:lnTo>
                <a:lnTo>
                  <a:pt x="1617" y="2275"/>
                </a:lnTo>
                <a:lnTo>
                  <a:pt x="1597" y="2236"/>
                </a:lnTo>
                <a:lnTo>
                  <a:pt x="1574" y="2199"/>
                </a:lnTo>
                <a:lnTo>
                  <a:pt x="1546" y="2164"/>
                </a:lnTo>
                <a:lnTo>
                  <a:pt x="1519" y="2139"/>
                </a:lnTo>
                <a:lnTo>
                  <a:pt x="1490" y="2116"/>
                </a:lnTo>
                <a:lnTo>
                  <a:pt x="1459" y="2098"/>
                </a:lnTo>
                <a:lnTo>
                  <a:pt x="1426" y="2081"/>
                </a:lnTo>
                <a:lnTo>
                  <a:pt x="1392" y="2069"/>
                </a:lnTo>
                <a:lnTo>
                  <a:pt x="1381" y="2031"/>
                </a:lnTo>
                <a:lnTo>
                  <a:pt x="1367" y="1994"/>
                </a:lnTo>
                <a:lnTo>
                  <a:pt x="1348" y="1959"/>
                </a:lnTo>
                <a:lnTo>
                  <a:pt x="1327" y="1926"/>
                </a:lnTo>
                <a:lnTo>
                  <a:pt x="1301" y="1896"/>
                </a:lnTo>
                <a:lnTo>
                  <a:pt x="1269" y="1866"/>
                </a:lnTo>
                <a:lnTo>
                  <a:pt x="1234" y="1840"/>
                </a:lnTo>
                <a:lnTo>
                  <a:pt x="1196" y="1819"/>
                </a:lnTo>
                <a:lnTo>
                  <a:pt x="1154" y="1803"/>
                </a:lnTo>
                <a:lnTo>
                  <a:pt x="1140" y="1760"/>
                </a:lnTo>
                <a:lnTo>
                  <a:pt x="1121" y="1719"/>
                </a:lnTo>
                <a:lnTo>
                  <a:pt x="1097" y="1681"/>
                </a:lnTo>
                <a:lnTo>
                  <a:pt x="1069" y="1646"/>
                </a:lnTo>
                <a:lnTo>
                  <a:pt x="1036" y="1615"/>
                </a:lnTo>
                <a:lnTo>
                  <a:pt x="1001" y="1590"/>
                </a:lnTo>
                <a:lnTo>
                  <a:pt x="962" y="1568"/>
                </a:lnTo>
                <a:lnTo>
                  <a:pt x="922" y="1553"/>
                </a:lnTo>
                <a:lnTo>
                  <a:pt x="908" y="1510"/>
                </a:lnTo>
                <a:lnTo>
                  <a:pt x="889" y="1469"/>
                </a:lnTo>
                <a:lnTo>
                  <a:pt x="865" y="1431"/>
                </a:lnTo>
                <a:lnTo>
                  <a:pt x="837" y="1395"/>
                </a:lnTo>
                <a:lnTo>
                  <a:pt x="805" y="1367"/>
                </a:lnTo>
                <a:lnTo>
                  <a:pt x="770" y="1342"/>
                </a:lnTo>
                <a:lnTo>
                  <a:pt x="734" y="1321"/>
                </a:lnTo>
                <a:lnTo>
                  <a:pt x="695" y="1306"/>
                </a:lnTo>
                <a:lnTo>
                  <a:pt x="655" y="1295"/>
                </a:lnTo>
                <a:lnTo>
                  <a:pt x="613" y="1288"/>
                </a:lnTo>
                <a:lnTo>
                  <a:pt x="571" y="1286"/>
                </a:lnTo>
                <a:lnTo>
                  <a:pt x="528" y="1288"/>
                </a:lnTo>
                <a:lnTo>
                  <a:pt x="485" y="1296"/>
                </a:lnTo>
                <a:lnTo>
                  <a:pt x="444" y="1308"/>
                </a:lnTo>
                <a:lnTo>
                  <a:pt x="404" y="1323"/>
                </a:lnTo>
                <a:lnTo>
                  <a:pt x="364" y="1345"/>
                </a:lnTo>
                <a:lnTo>
                  <a:pt x="328" y="1370"/>
                </a:lnTo>
                <a:lnTo>
                  <a:pt x="295" y="1399"/>
                </a:lnTo>
                <a:lnTo>
                  <a:pt x="267" y="1429"/>
                </a:lnTo>
                <a:lnTo>
                  <a:pt x="244" y="1460"/>
                </a:lnTo>
                <a:lnTo>
                  <a:pt x="225" y="1493"/>
                </a:lnTo>
                <a:lnTo>
                  <a:pt x="207" y="1528"/>
                </a:lnTo>
                <a:lnTo>
                  <a:pt x="193" y="1564"/>
                </a:lnTo>
                <a:lnTo>
                  <a:pt x="166" y="1553"/>
                </a:lnTo>
                <a:lnTo>
                  <a:pt x="139" y="1542"/>
                </a:lnTo>
                <a:lnTo>
                  <a:pt x="111" y="1532"/>
                </a:lnTo>
                <a:lnTo>
                  <a:pt x="86" y="1523"/>
                </a:lnTo>
                <a:lnTo>
                  <a:pt x="62" y="1515"/>
                </a:lnTo>
                <a:lnTo>
                  <a:pt x="41" y="1507"/>
                </a:lnTo>
                <a:lnTo>
                  <a:pt x="24" y="1502"/>
                </a:lnTo>
                <a:lnTo>
                  <a:pt x="11" y="1498"/>
                </a:lnTo>
                <a:lnTo>
                  <a:pt x="3" y="1495"/>
                </a:lnTo>
                <a:lnTo>
                  <a:pt x="0" y="1494"/>
                </a:lnTo>
                <a:lnTo>
                  <a:pt x="0" y="207"/>
                </a:lnTo>
                <a:lnTo>
                  <a:pt x="357" y="336"/>
                </a:lnTo>
                <a:lnTo>
                  <a:pt x="399" y="351"/>
                </a:lnTo>
                <a:lnTo>
                  <a:pt x="439" y="361"/>
                </a:lnTo>
                <a:lnTo>
                  <a:pt x="476" y="366"/>
                </a:lnTo>
                <a:lnTo>
                  <a:pt x="511" y="368"/>
                </a:lnTo>
                <a:lnTo>
                  <a:pt x="542" y="367"/>
                </a:lnTo>
                <a:lnTo>
                  <a:pt x="571" y="363"/>
                </a:lnTo>
                <a:lnTo>
                  <a:pt x="597" y="358"/>
                </a:lnTo>
                <a:lnTo>
                  <a:pt x="619" y="351"/>
                </a:lnTo>
                <a:lnTo>
                  <a:pt x="638" y="344"/>
                </a:lnTo>
                <a:lnTo>
                  <a:pt x="652" y="338"/>
                </a:lnTo>
                <a:lnTo>
                  <a:pt x="663" y="332"/>
                </a:lnTo>
                <a:lnTo>
                  <a:pt x="670" y="328"/>
                </a:lnTo>
                <a:lnTo>
                  <a:pt x="672" y="327"/>
                </a:lnTo>
                <a:lnTo>
                  <a:pt x="675" y="326"/>
                </a:lnTo>
                <a:lnTo>
                  <a:pt x="682" y="322"/>
                </a:lnTo>
                <a:lnTo>
                  <a:pt x="693" y="314"/>
                </a:lnTo>
                <a:lnTo>
                  <a:pt x="707" y="304"/>
                </a:lnTo>
                <a:lnTo>
                  <a:pt x="725" y="292"/>
                </a:lnTo>
                <a:lnTo>
                  <a:pt x="747" y="279"/>
                </a:lnTo>
                <a:lnTo>
                  <a:pt x="772" y="263"/>
                </a:lnTo>
                <a:lnTo>
                  <a:pt x="800" y="246"/>
                </a:lnTo>
                <a:lnTo>
                  <a:pt x="829" y="229"/>
                </a:lnTo>
                <a:lnTo>
                  <a:pt x="861" y="210"/>
                </a:lnTo>
                <a:lnTo>
                  <a:pt x="895" y="191"/>
                </a:lnTo>
                <a:lnTo>
                  <a:pt x="929" y="171"/>
                </a:lnTo>
                <a:lnTo>
                  <a:pt x="965" y="151"/>
                </a:lnTo>
                <a:lnTo>
                  <a:pt x="1001" y="133"/>
                </a:lnTo>
                <a:lnTo>
                  <a:pt x="1040" y="114"/>
                </a:lnTo>
                <a:lnTo>
                  <a:pt x="1077" y="97"/>
                </a:lnTo>
                <a:lnTo>
                  <a:pt x="1115" y="79"/>
                </a:lnTo>
                <a:lnTo>
                  <a:pt x="1152" y="64"/>
                </a:lnTo>
                <a:lnTo>
                  <a:pt x="1188" y="50"/>
                </a:lnTo>
                <a:lnTo>
                  <a:pt x="1224" y="39"/>
                </a:lnTo>
                <a:lnTo>
                  <a:pt x="1258" y="29"/>
                </a:lnTo>
                <a:lnTo>
                  <a:pt x="1291" y="22"/>
                </a:lnTo>
                <a:lnTo>
                  <a:pt x="1321" y="17"/>
                </a:lnTo>
                <a:lnTo>
                  <a:pt x="1351" y="15"/>
                </a:lnTo>
                <a:close/>
                <a:moveTo>
                  <a:pt x="2283" y="0"/>
                </a:moveTo>
                <a:lnTo>
                  <a:pt x="2308" y="0"/>
                </a:lnTo>
                <a:lnTo>
                  <a:pt x="2333" y="3"/>
                </a:lnTo>
                <a:lnTo>
                  <a:pt x="2360" y="11"/>
                </a:lnTo>
                <a:lnTo>
                  <a:pt x="2386" y="22"/>
                </a:lnTo>
                <a:lnTo>
                  <a:pt x="2415" y="37"/>
                </a:lnTo>
                <a:lnTo>
                  <a:pt x="2446" y="56"/>
                </a:lnTo>
                <a:lnTo>
                  <a:pt x="2477" y="80"/>
                </a:lnTo>
                <a:lnTo>
                  <a:pt x="2512" y="110"/>
                </a:lnTo>
                <a:lnTo>
                  <a:pt x="2551" y="144"/>
                </a:lnTo>
                <a:lnTo>
                  <a:pt x="2589" y="176"/>
                </a:lnTo>
                <a:lnTo>
                  <a:pt x="2625" y="208"/>
                </a:lnTo>
                <a:lnTo>
                  <a:pt x="2660" y="239"/>
                </a:lnTo>
                <a:lnTo>
                  <a:pt x="2692" y="268"/>
                </a:lnTo>
                <a:lnTo>
                  <a:pt x="2724" y="295"/>
                </a:lnTo>
                <a:lnTo>
                  <a:pt x="2753" y="322"/>
                </a:lnTo>
                <a:lnTo>
                  <a:pt x="2780" y="346"/>
                </a:lnTo>
                <a:lnTo>
                  <a:pt x="2804" y="366"/>
                </a:lnTo>
                <a:lnTo>
                  <a:pt x="2825" y="385"/>
                </a:lnTo>
                <a:lnTo>
                  <a:pt x="2843" y="401"/>
                </a:lnTo>
                <a:lnTo>
                  <a:pt x="2857" y="414"/>
                </a:lnTo>
                <a:lnTo>
                  <a:pt x="2868" y="423"/>
                </a:lnTo>
                <a:lnTo>
                  <a:pt x="2875" y="430"/>
                </a:lnTo>
                <a:lnTo>
                  <a:pt x="2877" y="432"/>
                </a:lnTo>
                <a:lnTo>
                  <a:pt x="2879" y="433"/>
                </a:lnTo>
                <a:lnTo>
                  <a:pt x="2885" y="435"/>
                </a:lnTo>
                <a:lnTo>
                  <a:pt x="2895" y="439"/>
                </a:lnTo>
                <a:lnTo>
                  <a:pt x="2909" y="444"/>
                </a:lnTo>
                <a:lnTo>
                  <a:pt x="2925" y="449"/>
                </a:lnTo>
                <a:lnTo>
                  <a:pt x="2942" y="455"/>
                </a:lnTo>
                <a:lnTo>
                  <a:pt x="2962" y="458"/>
                </a:lnTo>
                <a:lnTo>
                  <a:pt x="2981" y="461"/>
                </a:lnTo>
                <a:lnTo>
                  <a:pt x="3002" y="461"/>
                </a:lnTo>
                <a:lnTo>
                  <a:pt x="3022" y="460"/>
                </a:lnTo>
                <a:lnTo>
                  <a:pt x="3044" y="457"/>
                </a:lnTo>
                <a:lnTo>
                  <a:pt x="3070" y="451"/>
                </a:lnTo>
                <a:lnTo>
                  <a:pt x="3099" y="446"/>
                </a:lnTo>
                <a:lnTo>
                  <a:pt x="3132" y="439"/>
                </a:lnTo>
                <a:lnTo>
                  <a:pt x="3167" y="432"/>
                </a:lnTo>
                <a:lnTo>
                  <a:pt x="3203" y="424"/>
                </a:lnTo>
                <a:lnTo>
                  <a:pt x="3240" y="415"/>
                </a:lnTo>
                <a:lnTo>
                  <a:pt x="3278" y="407"/>
                </a:lnTo>
                <a:lnTo>
                  <a:pt x="3316" y="398"/>
                </a:lnTo>
                <a:lnTo>
                  <a:pt x="3353" y="389"/>
                </a:lnTo>
                <a:lnTo>
                  <a:pt x="3391" y="380"/>
                </a:lnTo>
                <a:lnTo>
                  <a:pt x="3425" y="372"/>
                </a:lnTo>
                <a:lnTo>
                  <a:pt x="3458" y="363"/>
                </a:lnTo>
                <a:lnTo>
                  <a:pt x="3488" y="356"/>
                </a:lnTo>
                <a:lnTo>
                  <a:pt x="3515" y="350"/>
                </a:lnTo>
                <a:lnTo>
                  <a:pt x="3539" y="343"/>
                </a:lnTo>
                <a:lnTo>
                  <a:pt x="3557" y="339"/>
                </a:lnTo>
                <a:lnTo>
                  <a:pt x="3572" y="336"/>
                </a:lnTo>
                <a:lnTo>
                  <a:pt x="3581" y="332"/>
                </a:lnTo>
                <a:lnTo>
                  <a:pt x="3584" y="332"/>
                </a:lnTo>
                <a:lnTo>
                  <a:pt x="3584" y="1458"/>
                </a:lnTo>
                <a:lnTo>
                  <a:pt x="3580" y="1458"/>
                </a:lnTo>
                <a:lnTo>
                  <a:pt x="3571" y="1460"/>
                </a:lnTo>
                <a:lnTo>
                  <a:pt x="3556" y="1464"/>
                </a:lnTo>
                <a:lnTo>
                  <a:pt x="3537" y="1467"/>
                </a:lnTo>
                <a:lnTo>
                  <a:pt x="3514" y="1472"/>
                </a:lnTo>
                <a:lnTo>
                  <a:pt x="3489" y="1477"/>
                </a:lnTo>
                <a:lnTo>
                  <a:pt x="3461" y="1482"/>
                </a:lnTo>
                <a:lnTo>
                  <a:pt x="3434" y="1488"/>
                </a:lnTo>
                <a:lnTo>
                  <a:pt x="3407" y="1493"/>
                </a:lnTo>
                <a:lnTo>
                  <a:pt x="3381" y="1499"/>
                </a:lnTo>
                <a:lnTo>
                  <a:pt x="3356" y="1503"/>
                </a:lnTo>
                <a:lnTo>
                  <a:pt x="3335" y="1506"/>
                </a:lnTo>
                <a:lnTo>
                  <a:pt x="3317" y="1510"/>
                </a:lnTo>
                <a:lnTo>
                  <a:pt x="3304" y="1512"/>
                </a:lnTo>
                <a:lnTo>
                  <a:pt x="3290" y="1514"/>
                </a:lnTo>
                <a:lnTo>
                  <a:pt x="3273" y="1517"/>
                </a:lnTo>
                <a:lnTo>
                  <a:pt x="3251" y="1522"/>
                </a:lnTo>
                <a:lnTo>
                  <a:pt x="3228" y="1525"/>
                </a:lnTo>
                <a:lnTo>
                  <a:pt x="3202" y="1528"/>
                </a:lnTo>
                <a:lnTo>
                  <a:pt x="3173" y="1528"/>
                </a:lnTo>
                <a:lnTo>
                  <a:pt x="3145" y="1527"/>
                </a:lnTo>
                <a:lnTo>
                  <a:pt x="3115" y="1523"/>
                </a:lnTo>
                <a:lnTo>
                  <a:pt x="3085" y="1514"/>
                </a:lnTo>
                <a:lnTo>
                  <a:pt x="3055" y="1502"/>
                </a:lnTo>
                <a:lnTo>
                  <a:pt x="3026" y="1483"/>
                </a:lnTo>
                <a:lnTo>
                  <a:pt x="2998" y="1459"/>
                </a:lnTo>
                <a:lnTo>
                  <a:pt x="2979" y="1441"/>
                </a:lnTo>
                <a:lnTo>
                  <a:pt x="2957" y="1419"/>
                </a:lnTo>
                <a:lnTo>
                  <a:pt x="2933" y="1395"/>
                </a:lnTo>
                <a:lnTo>
                  <a:pt x="2907" y="1368"/>
                </a:lnTo>
                <a:lnTo>
                  <a:pt x="2878" y="1339"/>
                </a:lnTo>
                <a:lnTo>
                  <a:pt x="2848" y="1308"/>
                </a:lnTo>
                <a:lnTo>
                  <a:pt x="2816" y="1276"/>
                </a:lnTo>
                <a:lnTo>
                  <a:pt x="2783" y="1242"/>
                </a:lnTo>
                <a:lnTo>
                  <a:pt x="2749" y="1207"/>
                </a:lnTo>
                <a:lnTo>
                  <a:pt x="2714" y="1171"/>
                </a:lnTo>
                <a:lnTo>
                  <a:pt x="2678" y="1135"/>
                </a:lnTo>
                <a:lnTo>
                  <a:pt x="2642" y="1098"/>
                </a:lnTo>
                <a:lnTo>
                  <a:pt x="2607" y="1061"/>
                </a:lnTo>
                <a:lnTo>
                  <a:pt x="2571" y="1025"/>
                </a:lnTo>
                <a:lnTo>
                  <a:pt x="2536" y="989"/>
                </a:lnTo>
                <a:lnTo>
                  <a:pt x="2501" y="953"/>
                </a:lnTo>
                <a:lnTo>
                  <a:pt x="2469" y="919"/>
                </a:lnTo>
                <a:lnTo>
                  <a:pt x="2436" y="887"/>
                </a:lnTo>
                <a:lnTo>
                  <a:pt x="2405" y="855"/>
                </a:lnTo>
                <a:lnTo>
                  <a:pt x="2376" y="824"/>
                </a:lnTo>
                <a:lnTo>
                  <a:pt x="2350" y="797"/>
                </a:lnTo>
                <a:lnTo>
                  <a:pt x="2325" y="772"/>
                </a:lnTo>
                <a:lnTo>
                  <a:pt x="2303" y="749"/>
                </a:lnTo>
                <a:lnTo>
                  <a:pt x="2283" y="728"/>
                </a:lnTo>
                <a:lnTo>
                  <a:pt x="2266" y="711"/>
                </a:lnTo>
                <a:lnTo>
                  <a:pt x="2253" y="698"/>
                </a:lnTo>
                <a:lnTo>
                  <a:pt x="2243" y="688"/>
                </a:lnTo>
                <a:lnTo>
                  <a:pt x="2237" y="682"/>
                </a:lnTo>
                <a:lnTo>
                  <a:pt x="2235" y="679"/>
                </a:lnTo>
                <a:lnTo>
                  <a:pt x="2233" y="677"/>
                </a:lnTo>
                <a:lnTo>
                  <a:pt x="2229" y="674"/>
                </a:lnTo>
                <a:lnTo>
                  <a:pt x="2221" y="667"/>
                </a:lnTo>
                <a:lnTo>
                  <a:pt x="2211" y="661"/>
                </a:lnTo>
                <a:lnTo>
                  <a:pt x="2197" y="653"/>
                </a:lnTo>
                <a:lnTo>
                  <a:pt x="2182" y="646"/>
                </a:lnTo>
                <a:lnTo>
                  <a:pt x="2163" y="638"/>
                </a:lnTo>
                <a:lnTo>
                  <a:pt x="2143" y="632"/>
                </a:lnTo>
                <a:lnTo>
                  <a:pt x="2119" y="629"/>
                </a:lnTo>
                <a:lnTo>
                  <a:pt x="2092" y="628"/>
                </a:lnTo>
                <a:lnTo>
                  <a:pt x="2065" y="631"/>
                </a:lnTo>
                <a:lnTo>
                  <a:pt x="2035" y="638"/>
                </a:lnTo>
                <a:lnTo>
                  <a:pt x="2002" y="649"/>
                </a:lnTo>
                <a:lnTo>
                  <a:pt x="1968" y="665"/>
                </a:lnTo>
                <a:lnTo>
                  <a:pt x="1929" y="687"/>
                </a:lnTo>
                <a:lnTo>
                  <a:pt x="1887" y="709"/>
                </a:lnTo>
                <a:lnTo>
                  <a:pt x="1845" y="733"/>
                </a:lnTo>
                <a:lnTo>
                  <a:pt x="1800" y="756"/>
                </a:lnTo>
                <a:lnTo>
                  <a:pt x="1756" y="780"/>
                </a:lnTo>
                <a:lnTo>
                  <a:pt x="1713" y="804"/>
                </a:lnTo>
                <a:lnTo>
                  <a:pt x="1670" y="827"/>
                </a:lnTo>
                <a:lnTo>
                  <a:pt x="1630" y="848"/>
                </a:lnTo>
                <a:lnTo>
                  <a:pt x="1592" y="868"/>
                </a:lnTo>
                <a:lnTo>
                  <a:pt x="1557" y="887"/>
                </a:lnTo>
                <a:lnTo>
                  <a:pt x="1526" y="902"/>
                </a:lnTo>
                <a:lnTo>
                  <a:pt x="1500" y="916"/>
                </a:lnTo>
                <a:lnTo>
                  <a:pt x="1473" y="932"/>
                </a:lnTo>
                <a:lnTo>
                  <a:pt x="1444" y="944"/>
                </a:lnTo>
                <a:lnTo>
                  <a:pt x="1414" y="952"/>
                </a:lnTo>
                <a:lnTo>
                  <a:pt x="1381" y="954"/>
                </a:lnTo>
                <a:lnTo>
                  <a:pt x="1344" y="951"/>
                </a:lnTo>
                <a:lnTo>
                  <a:pt x="1309" y="941"/>
                </a:lnTo>
                <a:lnTo>
                  <a:pt x="1277" y="925"/>
                </a:lnTo>
                <a:lnTo>
                  <a:pt x="1249" y="904"/>
                </a:lnTo>
                <a:lnTo>
                  <a:pt x="1224" y="878"/>
                </a:lnTo>
                <a:lnTo>
                  <a:pt x="1203" y="848"/>
                </a:lnTo>
                <a:lnTo>
                  <a:pt x="1188" y="816"/>
                </a:lnTo>
                <a:lnTo>
                  <a:pt x="1179" y="779"/>
                </a:lnTo>
                <a:lnTo>
                  <a:pt x="1176" y="740"/>
                </a:lnTo>
                <a:lnTo>
                  <a:pt x="1178" y="707"/>
                </a:lnTo>
                <a:lnTo>
                  <a:pt x="1186" y="674"/>
                </a:lnTo>
                <a:lnTo>
                  <a:pt x="1198" y="644"/>
                </a:lnTo>
                <a:lnTo>
                  <a:pt x="1214" y="617"/>
                </a:lnTo>
                <a:lnTo>
                  <a:pt x="1234" y="592"/>
                </a:lnTo>
                <a:lnTo>
                  <a:pt x="1257" y="570"/>
                </a:lnTo>
                <a:lnTo>
                  <a:pt x="1283" y="553"/>
                </a:lnTo>
                <a:lnTo>
                  <a:pt x="1311" y="540"/>
                </a:lnTo>
                <a:lnTo>
                  <a:pt x="1352" y="515"/>
                </a:lnTo>
                <a:lnTo>
                  <a:pt x="1396" y="487"/>
                </a:lnTo>
                <a:lnTo>
                  <a:pt x="1444" y="458"/>
                </a:lnTo>
                <a:lnTo>
                  <a:pt x="1496" y="427"/>
                </a:lnTo>
                <a:lnTo>
                  <a:pt x="1549" y="396"/>
                </a:lnTo>
                <a:lnTo>
                  <a:pt x="1604" y="363"/>
                </a:lnTo>
                <a:lnTo>
                  <a:pt x="1660" y="329"/>
                </a:lnTo>
                <a:lnTo>
                  <a:pt x="1718" y="295"/>
                </a:lnTo>
                <a:lnTo>
                  <a:pt x="1775" y="262"/>
                </a:lnTo>
                <a:lnTo>
                  <a:pt x="1832" y="229"/>
                </a:lnTo>
                <a:lnTo>
                  <a:pt x="1887" y="197"/>
                </a:lnTo>
                <a:lnTo>
                  <a:pt x="1941" y="167"/>
                </a:lnTo>
                <a:lnTo>
                  <a:pt x="1992" y="137"/>
                </a:lnTo>
                <a:lnTo>
                  <a:pt x="2040" y="109"/>
                </a:lnTo>
                <a:lnTo>
                  <a:pt x="2085" y="84"/>
                </a:lnTo>
                <a:lnTo>
                  <a:pt x="2125" y="62"/>
                </a:lnTo>
                <a:lnTo>
                  <a:pt x="2160" y="41"/>
                </a:lnTo>
                <a:lnTo>
                  <a:pt x="2186" y="28"/>
                </a:lnTo>
                <a:lnTo>
                  <a:pt x="2211" y="17"/>
                </a:lnTo>
                <a:lnTo>
                  <a:pt x="2235" y="8"/>
                </a:lnTo>
                <a:lnTo>
                  <a:pt x="2259" y="3"/>
                </a:lnTo>
                <a:lnTo>
                  <a:pt x="228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IN" sz="2800" dirty="0"/>
          </a:p>
        </p:txBody>
      </p:sp>
      <p:grpSp>
        <p:nvGrpSpPr>
          <p:cNvPr id="58" name="Group 23">
            <a:extLst>
              <a:ext uri="{FF2B5EF4-FFF2-40B4-BE49-F238E27FC236}">
                <a16:creationId xmlns:a16="http://schemas.microsoft.com/office/drawing/2014/main" id="{2CB25F8A-14B2-3F31-F7CE-D203149D34B9}"/>
              </a:ext>
            </a:extLst>
          </p:cNvPr>
          <p:cNvGrpSpPr/>
          <p:nvPr/>
        </p:nvGrpSpPr>
        <p:grpSpPr>
          <a:xfrm>
            <a:off x="5836474" y="2353220"/>
            <a:ext cx="541464" cy="485873"/>
            <a:chOff x="5159473" y="2453350"/>
            <a:chExt cx="684000" cy="613776"/>
          </a:xfrm>
          <a:solidFill>
            <a:schemeClr val="bg1"/>
          </a:solidFill>
        </p:grpSpPr>
        <p:sp>
          <p:nvSpPr>
            <p:cNvPr id="59" name="Freeform 42">
              <a:extLst>
                <a:ext uri="{FF2B5EF4-FFF2-40B4-BE49-F238E27FC236}">
                  <a16:creationId xmlns:a16="http://schemas.microsoft.com/office/drawing/2014/main" id="{F48F347D-1648-DC10-3B5F-AD78FC8F6B91}"/>
                </a:ext>
              </a:extLst>
            </p:cNvPr>
            <p:cNvSpPr/>
            <p:nvPr/>
          </p:nvSpPr>
          <p:spPr bwMode="auto">
            <a:xfrm>
              <a:off x="5208144" y="2657709"/>
              <a:ext cx="117461" cy="315257"/>
            </a:xfrm>
            <a:custGeom>
              <a:avLst/>
              <a:gdLst>
                <a:gd name="T0" fmla="*/ 151 w 725"/>
                <a:gd name="T1" fmla="*/ 0 h 1806"/>
                <a:gd name="T2" fmla="*/ 574 w 725"/>
                <a:gd name="T3" fmla="*/ 0 h 1806"/>
                <a:gd name="T4" fmla="*/ 608 w 725"/>
                <a:gd name="T5" fmla="*/ 3 h 1806"/>
                <a:gd name="T6" fmla="*/ 640 w 725"/>
                <a:gd name="T7" fmla="*/ 15 h 1806"/>
                <a:gd name="T8" fmla="*/ 668 w 725"/>
                <a:gd name="T9" fmla="*/ 33 h 1806"/>
                <a:gd name="T10" fmla="*/ 691 w 725"/>
                <a:gd name="T11" fmla="*/ 56 h 1806"/>
                <a:gd name="T12" fmla="*/ 709 w 725"/>
                <a:gd name="T13" fmla="*/ 84 h 1806"/>
                <a:gd name="T14" fmla="*/ 721 w 725"/>
                <a:gd name="T15" fmla="*/ 116 h 1806"/>
                <a:gd name="T16" fmla="*/ 725 w 725"/>
                <a:gd name="T17" fmla="*/ 150 h 1806"/>
                <a:gd name="T18" fmla="*/ 725 w 725"/>
                <a:gd name="T19" fmla="*/ 1656 h 1806"/>
                <a:gd name="T20" fmla="*/ 721 w 725"/>
                <a:gd name="T21" fmla="*/ 1691 h 1806"/>
                <a:gd name="T22" fmla="*/ 709 w 725"/>
                <a:gd name="T23" fmla="*/ 1723 h 1806"/>
                <a:gd name="T24" fmla="*/ 691 w 725"/>
                <a:gd name="T25" fmla="*/ 1750 h 1806"/>
                <a:gd name="T26" fmla="*/ 668 w 725"/>
                <a:gd name="T27" fmla="*/ 1774 h 1806"/>
                <a:gd name="T28" fmla="*/ 640 w 725"/>
                <a:gd name="T29" fmla="*/ 1792 h 1806"/>
                <a:gd name="T30" fmla="*/ 608 w 725"/>
                <a:gd name="T31" fmla="*/ 1802 h 1806"/>
                <a:gd name="T32" fmla="*/ 574 w 725"/>
                <a:gd name="T33" fmla="*/ 1806 h 1806"/>
                <a:gd name="T34" fmla="*/ 151 w 725"/>
                <a:gd name="T35" fmla="*/ 1806 h 1806"/>
                <a:gd name="T36" fmla="*/ 116 w 725"/>
                <a:gd name="T37" fmla="*/ 1802 h 1806"/>
                <a:gd name="T38" fmla="*/ 85 w 725"/>
                <a:gd name="T39" fmla="*/ 1792 h 1806"/>
                <a:gd name="T40" fmla="*/ 56 w 725"/>
                <a:gd name="T41" fmla="*/ 1774 h 1806"/>
                <a:gd name="T42" fmla="*/ 33 w 725"/>
                <a:gd name="T43" fmla="*/ 1750 h 1806"/>
                <a:gd name="T44" fmla="*/ 16 w 725"/>
                <a:gd name="T45" fmla="*/ 1723 h 1806"/>
                <a:gd name="T46" fmla="*/ 4 w 725"/>
                <a:gd name="T47" fmla="*/ 1691 h 1806"/>
                <a:gd name="T48" fmla="*/ 0 w 725"/>
                <a:gd name="T49" fmla="*/ 1656 h 1806"/>
                <a:gd name="T50" fmla="*/ 0 w 725"/>
                <a:gd name="T51" fmla="*/ 150 h 1806"/>
                <a:gd name="T52" fmla="*/ 4 w 725"/>
                <a:gd name="T53" fmla="*/ 116 h 1806"/>
                <a:gd name="T54" fmla="*/ 16 w 725"/>
                <a:gd name="T55" fmla="*/ 84 h 1806"/>
                <a:gd name="T56" fmla="*/ 33 w 725"/>
                <a:gd name="T57" fmla="*/ 56 h 1806"/>
                <a:gd name="T58" fmla="*/ 56 w 725"/>
                <a:gd name="T59" fmla="*/ 33 h 1806"/>
                <a:gd name="T60" fmla="*/ 85 w 725"/>
                <a:gd name="T61" fmla="*/ 15 h 1806"/>
                <a:gd name="T62" fmla="*/ 116 w 725"/>
                <a:gd name="T63" fmla="*/ 3 h 1806"/>
                <a:gd name="T64" fmla="*/ 151 w 725"/>
                <a:gd name="T65" fmla="*/ 0 h 1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5" h="1806">
                  <a:moveTo>
                    <a:pt x="151" y="0"/>
                  </a:moveTo>
                  <a:lnTo>
                    <a:pt x="574" y="0"/>
                  </a:lnTo>
                  <a:lnTo>
                    <a:pt x="608" y="3"/>
                  </a:lnTo>
                  <a:lnTo>
                    <a:pt x="640" y="15"/>
                  </a:lnTo>
                  <a:lnTo>
                    <a:pt x="668" y="33"/>
                  </a:lnTo>
                  <a:lnTo>
                    <a:pt x="691" y="56"/>
                  </a:lnTo>
                  <a:lnTo>
                    <a:pt x="709" y="84"/>
                  </a:lnTo>
                  <a:lnTo>
                    <a:pt x="721" y="116"/>
                  </a:lnTo>
                  <a:lnTo>
                    <a:pt x="725" y="150"/>
                  </a:lnTo>
                  <a:lnTo>
                    <a:pt x="725" y="1656"/>
                  </a:lnTo>
                  <a:lnTo>
                    <a:pt x="721" y="1691"/>
                  </a:lnTo>
                  <a:lnTo>
                    <a:pt x="709" y="1723"/>
                  </a:lnTo>
                  <a:lnTo>
                    <a:pt x="691" y="1750"/>
                  </a:lnTo>
                  <a:lnTo>
                    <a:pt x="668" y="1774"/>
                  </a:lnTo>
                  <a:lnTo>
                    <a:pt x="640" y="1792"/>
                  </a:lnTo>
                  <a:lnTo>
                    <a:pt x="608" y="1802"/>
                  </a:lnTo>
                  <a:lnTo>
                    <a:pt x="574" y="1806"/>
                  </a:lnTo>
                  <a:lnTo>
                    <a:pt x="151" y="1806"/>
                  </a:lnTo>
                  <a:lnTo>
                    <a:pt x="116" y="1802"/>
                  </a:lnTo>
                  <a:lnTo>
                    <a:pt x="85" y="1792"/>
                  </a:lnTo>
                  <a:lnTo>
                    <a:pt x="56" y="1774"/>
                  </a:lnTo>
                  <a:lnTo>
                    <a:pt x="33" y="1750"/>
                  </a:lnTo>
                  <a:lnTo>
                    <a:pt x="16" y="1723"/>
                  </a:lnTo>
                  <a:lnTo>
                    <a:pt x="4" y="1691"/>
                  </a:lnTo>
                  <a:lnTo>
                    <a:pt x="0" y="1656"/>
                  </a:lnTo>
                  <a:lnTo>
                    <a:pt x="0" y="150"/>
                  </a:lnTo>
                  <a:lnTo>
                    <a:pt x="4" y="116"/>
                  </a:lnTo>
                  <a:lnTo>
                    <a:pt x="16" y="84"/>
                  </a:lnTo>
                  <a:lnTo>
                    <a:pt x="33" y="56"/>
                  </a:lnTo>
                  <a:lnTo>
                    <a:pt x="56" y="33"/>
                  </a:lnTo>
                  <a:lnTo>
                    <a:pt x="85" y="15"/>
                  </a:lnTo>
                  <a:lnTo>
                    <a:pt x="116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0" name="Freeform 43">
              <a:extLst>
                <a:ext uri="{FF2B5EF4-FFF2-40B4-BE49-F238E27FC236}">
                  <a16:creationId xmlns:a16="http://schemas.microsoft.com/office/drawing/2014/main" id="{85098182-A05D-BEA3-D9A2-AC6E62322331}"/>
                </a:ext>
              </a:extLst>
            </p:cNvPr>
            <p:cNvSpPr/>
            <p:nvPr/>
          </p:nvSpPr>
          <p:spPr bwMode="auto">
            <a:xfrm>
              <a:off x="5364543" y="2453350"/>
              <a:ext cx="117461" cy="519617"/>
            </a:xfrm>
            <a:custGeom>
              <a:avLst/>
              <a:gdLst>
                <a:gd name="T0" fmla="*/ 150 w 724"/>
                <a:gd name="T1" fmla="*/ 0 h 2980"/>
                <a:gd name="T2" fmla="*/ 574 w 724"/>
                <a:gd name="T3" fmla="*/ 0 h 2980"/>
                <a:gd name="T4" fmla="*/ 609 w 724"/>
                <a:gd name="T5" fmla="*/ 3 h 2980"/>
                <a:gd name="T6" fmla="*/ 640 w 724"/>
                <a:gd name="T7" fmla="*/ 15 h 2980"/>
                <a:gd name="T8" fmla="*/ 668 w 724"/>
                <a:gd name="T9" fmla="*/ 33 h 2980"/>
                <a:gd name="T10" fmla="*/ 691 w 724"/>
                <a:gd name="T11" fmla="*/ 56 h 2980"/>
                <a:gd name="T12" fmla="*/ 709 w 724"/>
                <a:gd name="T13" fmla="*/ 84 h 2980"/>
                <a:gd name="T14" fmla="*/ 720 w 724"/>
                <a:gd name="T15" fmla="*/ 116 h 2980"/>
                <a:gd name="T16" fmla="*/ 724 w 724"/>
                <a:gd name="T17" fmla="*/ 150 h 2980"/>
                <a:gd name="T18" fmla="*/ 724 w 724"/>
                <a:gd name="T19" fmla="*/ 2830 h 2980"/>
                <a:gd name="T20" fmla="*/ 720 w 724"/>
                <a:gd name="T21" fmla="*/ 2865 h 2980"/>
                <a:gd name="T22" fmla="*/ 709 w 724"/>
                <a:gd name="T23" fmla="*/ 2897 h 2980"/>
                <a:gd name="T24" fmla="*/ 691 w 724"/>
                <a:gd name="T25" fmla="*/ 2924 h 2980"/>
                <a:gd name="T26" fmla="*/ 668 w 724"/>
                <a:gd name="T27" fmla="*/ 2948 h 2980"/>
                <a:gd name="T28" fmla="*/ 640 w 724"/>
                <a:gd name="T29" fmla="*/ 2966 h 2980"/>
                <a:gd name="T30" fmla="*/ 609 w 724"/>
                <a:gd name="T31" fmla="*/ 2976 h 2980"/>
                <a:gd name="T32" fmla="*/ 574 w 724"/>
                <a:gd name="T33" fmla="*/ 2980 h 2980"/>
                <a:gd name="T34" fmla="*/ 150 w 724"/>
                <a:gd name="T35" fmla="*/ 2980 h 2980"/>
                <a:gd name="T36" fmla="*/ 116 w 724"/>
                <a:gd name="T37" fmla="*/ 2976 h 2980"/>
                <a:gd name="T38" fmla="*/ 84 w 724"/>
                <a:gd name="T39" fmla="*/ 2966 h 2980"/>
                <a:gd name="T40" fmla="*/ 56 w 724"/>
                <a:gd name="T41" fmla="*/ 2948 h 2980"/>
                <a:gd name="T42" fmla="*/ 33 w 724"/>
                <a:gd name="T43" fmla="*/ 2924 h 2980"/>
                <a:gd name="T44" fmla="*/ 15 w 724"/>
                <a:gd name="T45" fmla="*/ 2897 h 2980"/>
                <a:gd name="T46" fmla="*/ 3 w 724"/>
                <a:gd name="T47" fmla="*/ 2865 h 2980"/>
                <a:gd name="T48" fmla="*/ 0 w 724"/>
                <a:gd name="T49" fmla="*/ 2830 h 2980"/>
                <a:gd name="T50" fmla="*/ 0 w 724"/>
                <a:gd name="T51" fmla="*/ 150 h 2980"/>
                <a:gd name="T52" fmla="*/ 3 w 724"/>
                <a:gd name="T53" fmla="*/ 116 h 2980"/>
                <a:gd name="T54" fmla="*/ 15 w 724"/>
                <a:gd name="T55" fmla="*/ 84 h 2980"/>
                <a:gd name="T56" fmla="*/ 33 w 724"/>
                <a:gd name="T57" fmla="*/ 56 h 2980"/>
                <a:gd name="T58" fmla="*/ 56 w 724"/>
                <a:gd name="T59" fmla="*/ 33 h 2980"/>
                <a:gd name="T60" fmla="*/ 84 w 724"/>
                <a:gd name="T61" fmla="*/ 15 h 2980"/>
                <a:gd name="T62" fmla="*/ 116 w 724"/>
                <a:gd name="T63" fmla="*/ 3 h 2980"/>
                <a:gd name="T64" fmla="*/ 150 w 724"/>
                <a:gd name="T65" fmla="*/ 0 h 2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4" h="2980">
                  <a:moveTo>
                    <a:pt x="150" y="0"/>
                  </a:moveTo>
                  <a:lnTo>
                    <a:pt x="574" y="0"/>
                  </a:lnTo>
                  <a:lnTo>
                    <a:pt x="609" y="3"/>
                  </a:lnTo>
                  <a:lnTo>
                    <a:pt x="640" y="15"/>
                  </a:lnTo>
                  <a:lnTo>
                    <a:pt x="668" y="33"/>
                  </a:lnTo>
                  <a:lnTo>
                    <a:pt x="691" y="56"/>
                  </a:lnTo>
                  <a:lnTo>
                    <a:pt x="709" y="84"/>
                  </a:lnTo>
                  <a:lnTo>
                    <a:pt x="720" y="116"/>
                  </a:lnTo>
                  <a:lnTo>
                    <a:pt x="724" y="150"/>
                  </a:lnTo>
                  <a:lnTo>
                    <a:pt x="724" y="2830"/>
                  </a:lnTo>
                  <a:lnTo>
                    <a:pt x="720" y="2865"/>
                  </a:lnTo>
                  <a:lnTo>
                    <a:pt x="709" y="2897"/>
                  </a:lnTo>
                  <a:lnTo>
                    <a:pt x="691" y="2924"/>
                  </a:lnTo>
                  <a:lnTo>
                    <a:pt x="668" y="2948"/>
                  </a:lnTo>
                  <a:lnTo>
                    <a:pt x="640" y="2966"/>
                  </a:lnTo>
                  <a:lnTo>
                    <a:pt x="609" y="2976"/>
                  </a:lnTo>
                  <a:lnTo>
                    <a:pt x="574" y="2980"/>
                  </a:lnTo>
                  <a:lnTo>
                    <a:pt x="150" y="2980"/>
                  </a:lnTo>
                  <a:lnTo>
                    <a:pt x="116" y="2976"/>
                  </a:lnTo>
                  <a:lnTo>
                    <a:pt x="84" y="2966"/>
                  </a:lnTo>
                  <a:lnTo>
                    <a:pt x="56" y="2948"/>
                  </a:lnTo>
                  <a:lnTo>
                    <a:pt x="33" y="2924"/>
                  </a:lnTo>
                  <a:lnTo>
                    <a:pt x="15" y="2897"/>
                  </a:lnTo>
                  <a:lnTo>
                    <a:pt x="3" y="2865"/>
                  </a:lnTo>
                  <a:lnTo>
                    <a:pt x="0" y="2830"/>
                  </a:lnTo>
                  <a:lnTo>
                    <a:pt x="0" y="150"/>
                  </a:lnTo>
                  <a:lnTo>
                    <a:pt x="3" y="116"/>
                  </a:lnTo>
                  <a:lnTo>
                    <a:pt x="15" y="84"/>
                  </a:lnTo>
                  <a:lnTo>
                    <a:pt x="33" y="56"/>
                  </a:lnTo>
                  <a:lnTo>
                    <a:pt x="56" y="33"/>
                  </a:lnTo>
                  <a:lnTo>
                    <a:pt x="84" y="15"/>
                  </a:lnTo>
                  <a:lnTo>
                    <a:pt x="116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1" name="Freeform 44">
              <a:extLst>
                <a:ext uri="{FF2B5EF4-FFF2-40B4-BE49-F238E27FC236}">
                  <a16:creationId xmlns:a16="http://schemas.microsoft.com/office/drawing/2014/main" id="{DA885B0F-F0AA-7898-D38A-B9C972F9088B}"/>
                </a:ext>
              </a:extLst>
            </p:cNvPr>
            <p:cNvSpPr/>
            <p:nvPr/>
          </p:nvSpPr>
          <p:spPr bwMode="auto">
            <a:xfrm>
              <a:off x="5520942" y="2568433"/>
              <a:ext cx="117461" cy="404534"/>
            </a:xfrm>
            <a:custGeom>
              <a:avLst/>
              <a:gdLst>
                <a:gd name="T0" fmla="*/ 181 w 724"/>
                <a:gd name="T1" fmla="*/ 180 h 2317"/>
                <a:gd name="T2" fmla="*/ 181 w 724"/>
                <a:gd name="T3" fmla="*/ 2137 h 2317"/>
                <a:gd name="T4" fmla="*/ 544 w 724"/>
                <a:gd name="T5" fmla="*/ 2137 h 2317"/>
                <a:gd name="T6" fmla="*/ 544 w 724"/>
                <a:gd name="T7" fmla="*/ 180 h 2317"/>
                <a:gd name="T8" fmla="*/ 181 w 724"/>
                <a:gd name="T9" fmla="*/ 180 h 2317"/>
                <a:gd name="T10" fmla="*/ 151 w 724"/>
                <a:gd name="T11" fmla="*/ 0 h 2317"/>
                <a:gd name="T12" fmla="*/ 575 w 724"/>
                <a:gd name="T13" fmla="*/ 0 h 2317"/>
                <a:gd name="T14" fmla="*/ 609 w 724"/>
                <a:gd name="T15" fmla="*/ 3 h 2317"/>
                <a:gd name="T16" fmla="*/ 640 w 724"/>
                <a:gd name="T17" fmla="*/ 15 h 2317"/>
                <a:gd name="T18" fmla="*/ 668 w 724"/>
                <a:gd name="T19" fmla="*/ 31 h 2317"/>
                <a:gd name="T20" fmla="*/ 692 w 724"/>
                <a:gd name="T21" fmla="*/ 56 h 2317"/>
                <a:gd name="T22" fmla="*/ 709 w 724"/>
                <a:gd name="T23" fmla="*/ 84 h 2317"/>
                <a:gd name="T24" fmla="*/ 720 w 724"/>
                <a:gd name="T25" fmla="*/ 115 h 2317"/>
                <a:gd name="T26" fmla="*/ 724 w 724"/>
                <a:gd name="T27" fmla="*/ 149 h 2317"/>
                <a:gd name="T28" fmla="*/ 724 w 724"/>
                <a:gd name="T29" fmla="*/ 2167 h 2317"/>
                <a:gd name="T30" fmla="*/ 720 w 724"/>
                <a:gd name="T31" fmla="*/ 2202 h 2317"/>
                <a:gd name="T32" fmla="*/ 709 w 724"/>
                <a:gd name="T33" fmla="*/ 2234 h 2317"/>
                <a:gd name="T34" fmla="*/ 692 w 724"/>
                <a:gd name="T35" fmla="*/ 2261 h 2317"/>
                <a:gd name="T36" fmla="*/ 668 w 724"/>
                <a:gd name="T37" fmla="*/ 2285 h 2317"/>
                <a:gd name="T38" fmla="*/ 640 w 724"/>
                <a:gd name="T39" fmla="*/ 2303 h 2317"/>
                <a:gd name="T40" fmla="*/ 609 w 724"/>
                <a:gd name="T41" fmla="*/ 2313 h 2317"/>
                <a:gd name="T42" fmla="*/ 575 w 724"/>
                <a:gd name="T43" fmla="*/ 2317 h 2317"/>
                <a:gd name="T44" fmla="*/ 151 w 724"/>
                <a:gd name="T45" fmla="*/ 2317 h 2317"/>
                <a:gd name="T46" fmla="*/ 116 w 724"/>
                <a:gd name="T47" fmla="*/ 2313 h 2317"/>
                <a:gd name="T48" fmla="*/ 84 w 724"/>
                <a:gd name="T49" fmla="*/ 2303 h 2317"/>
                <a:gd name="T50" fmla="*/ 56 w 724"/>
                <a:gd name="T51" fmla="*/ 2285 h 2317"/>
                <a:gd name="T52" fmla="*/ 33 w 724"/>
                <a:gd name="T53" fmla="*/ 2261 h 2317"/>
                <a:gd name="T54" fmla="*/ 15 w 724"/>
                <a:gd name="T55" fmla="*/ 2234 h 2317"/>
                <a:gd name="T56" fmla="*/ 5 w 724"/>
                <a:gd name="T57" fmla="*/ 2202 h 2317"/>
                <a:gd name="T58" fmla="*/ 0 w 724"/>
                <a:gd name="T59" fmla="*/ 2167 h 2317"/>
                <a:gd name="T60" fmla="*/ 0 w 724"/>
                <a:gd name="T61" fmla="*/ 149 h 2317"/>
                <a:gd name="T62" fmla="*/ 5 w 724"/>
                <a:gd name="T63" fmla="*/ 115 h 2317"/>
                <a:gd name="T64" fmla="*/ 15 w 724"/>
                <a:gd name="T65" fmla="*/ 84 h 2317"/>
                <a:gd name="T66" fmla="*/ 33 w 724"/>
                <a:gd name="T67" fmla="*/ 56 h 2317"/>
                <a:gd name="T68" fmla="*/ 56 w 724"/>
                <a:gd name="T69" fmla="*/ 31 h 2317"/>
                <a:gd name="T70" fmla="*/ 84 w 724"/>
                <a:gd name="T71" fmla="*/ 15 h 2317"/>
                <a:gd name="T72" fmla="*/ 116 w 724"/>
                <a:gd name="T73" fmla="*/ 3 h 2317"/>
                <a:gd name="T74" fmla="*/ 151 w 724"/>
                <a:gd name="T75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4" h="2317">
                  <a:moveTo>
                    <a:pt x="181" y="180"/>
                  </a:moveTo>
                  <a:lnTo>
                    <a:pt x="181" y="2137"/>
                  </a:lnTo>
                  <a:lnTo>
                    <a:pt x="544" y="2137"/>
                  </a:lnTo>
                  <a:lnTo>
                    <a:pt x="544" y="180"/>
                  </a:lnTo>
                  <a:lnTo>
                    <a:pt x="181" y="180"/>
                  </a:lnTo>
                  <a:close/>
                  <a:moveTo>
                    <a:pt x="151" y="0"/>
                  </a:moveTo>
                  <a:lnTo>
                    <a:pt x="575" y="0"/>
                  </a:lnTo>
                  <a:lnTo>
                    <a:pt x="609" y="3"/>
                  </a:lnTo>
                  <a:lnTo>
                    <a:pt x="640" y="15"/>
                  </a:lnTo>
                  <a:lnTo>
                    <a:pt x="668" y="31"/>
                  </a:lnTo>
                  <a:lnTo>
                    <a:pt x="692" y="56"/>
                  </a:lnTo>
                  <a:lnTo>
                    <a:pt x="709" y="84"/>
                  </a:lnTo>
                  <a:lnTo>
                    <a:pt x="720" y="115"/>
                  </a:lnTo>
                  <a:lnTo>
                    <a:pt x="724" y="149"/>
                  </a:lnTo>
                  <a:lnTo>
                    <a:pt x="724" y="2167"/>
                  </a:lnTo>
                  <a:lnTo>
                    <a:pt x="720" y="2202"/>
                  </a:lnTo>
                  <a:lnTo>
                    <a:pt x="709" y="2234"/>
                  </a:lnTo>
                  <a:lnTo>
                    <a:pt x="692" y="2261"/>
                  </a:lnTo>
                  <a:lnTo>
                    <a:pt x="668" y="2285"/>
                  </a:lnTo>
                  <a:lnTo>
                    <a:pt x="640" y="2303"/>
                  </a:lnTo>
                  <a:lnTo>
                    <a:pt x="609" y="2313"/>
                  </a:lnTo>
                  <a:lnTo>
                    <a:pt x="575" y="2317"/>
                  </a:lnTo>
                  <a:lnTo>
                    <a:pt x="151" y="2317"/>
                  </a:lnTo>
                  <a:lnTo>
                    <a:pt x="116" y="2313"/>
                  </a:lnTo>
                  <a:lnTo>
                    <a:pt x="84" y="2303"/>
                  </a:lnTo>
                  <a:lnTo>
                    <a:pt x="56" y="2285"/>
                  </a:lnTo>
                  <a:lnTo>
                    <a:pt x="33" y="2261"/>
                  </a:lnTo>
                  <a:lnTo>
                    <a:pt x="15" y="2234"/>
                  </a:lnTo>
                  <a:lnTo>
                    <a:pt x="5" y="2202"/>
                  </a:lnTo>
                  <a:lnTo>
                    <a:pt x="0" y="2167"/>
                  </a:lnTo>
                  <a:lnTo>
                    <a:pt x="0" y="149"/>
                  </a:lnTo>
                  <a:lnTo>
                    <a:pt x="5" y="115"/>
                  </a:lnTo>
                  <a:lnTo>
                    <a:pt x="15" y="84"/>
                  </a:lnTo>
                  <a:lnTo>
                    <a:pt x="33" y="56"/>
                  </a:lnTo>
                  <a:lnTo>
                    <a:pt x="56" y="31"/>
                  </a:lnTo>
                  <a:lnTo>
                    <a:pt x="84" y="15"/>
                  </a:lnTo>
                  <a:lnTo>
                    <a:pt x="116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2" name="Freeform 45">
              <a:extLst>
                <a:ext uri="{FF2B5EF4-FFF2-40B4-BE49-F238E27FC236}">
                  <a16:creationId xmlns:a16="http://schemas.microsoft.com/office/drawing/2014/main" id="{9060A526-A868-7D6C-DC81-3CB4D1F61611}"/>
                </a:ext>
              </a:extLst>
            </p:cNvPr>
            <p:cNvSpPr/>
            <p:nvPr/>
          </p:nvSpPr>
          <p:spPr bwMode="auto">
            <a:xfrm>
              <a:off x="5679287" y="2757447"/>
              <a:ext cx="117461" cy="215519"/>
            </a:xfrm>
            <a:custGeom>
              <a:avLst/>
              <a:gdLst>
                <a:gd name="T0" fmla="*/ 151 w 725"/>
                <a:gd name="T1" fmla="*/ 0 h 1234"/>
                <a:gd name="T2" fmla="*/ 575 w 725"/>
                <a:gd name="T3" fmla="*/ 0 h 1234"/>
                <a:gd name="T4" fmla="*/ 610 w 725"/>
                <a:gd name="T5" fmla="*/ 4 h 1234"/>
                <a:gd name="T6" fmla="*/ 641 w 725"/>
                <a:gd name="T7" fmla="*/ 15 h 1234"/>
                <a:gd name="T8" fmla="*/ 669 w 725"/>
                <a:gd name="T9" fmla="*/ 33 h 1234"/>
                <a:gd name="T10" fmla="*/ 693 w 725"/>
                <a:gd name="T11" fmla="*/ 56 h 1234"/>
                <a:gd name="T12" fmla="*/ 709 w 725"/>
                <a:gd name="T13" fmla="*/ 84 h 1234"/>
                <a:gd name="T14" fmla="*/ 721 w 725"/>
                <a:gd name="T15" fmla="*/ 116 h 1234"/>
                <a:gd name="T16" fmla="*/ 725 w 725"/>
                <a:gd name="T17" fmla="*/ 151 h 1234"/>
                <a:gd name="T18" fmla="*/ 725 w 725"/>
                <a:gd name="T19" fmla="*/ 1084 h 1234"/>
                <a:gd name="T20" fmla="*/ 721 w 725"/>
                <a:gd name="T21" fmla="*/ 1119 h 1234"/>
                <a:gd name="T22" fmla="*/ 709 w 725"/>
                <a:gd name="T23" fmla="*/ 1151 h 1234"/>
                <a:gd name="T24" fmla="*/ 693 w 725"/>
                <a:gd name="T25" fmla="*/ 1178 h 1234"/>
                <a:gd name="T26" fmla="*/ 669 w 725"/>
                <a:gd name="T27" fmla="*/ 1202 h 1234"/>
                <a:gd name="T28" fmla="*/ 641 w 725"/>
                <a:gd name="T29" fmla="*/ 1220 h 1234"/>
                <a:gd name="T30" fmla="*/ 610 w 725"/>
                <a:gd name="T31" fmla="*/ 1230 h 1234"/>
                <a:gd name="T32" fmla="*/ 575 w 725"/>
                <a:gd name="T33" fmla="*/ 1234 h 1234"/>
                <a:gd name="T34" fmla="*/ 151 w 725"/>
                <a:gd name="T35" fmla="*/ 1234 h 1234"/>
                <a:gd name="T36" fmla="*/ 117 w 725"/>
                <a:gd name="T37" fmla="*/ 1230 h 1234"/>
                <a:gd name="T38" fmla="*/ 85 w 725"/>
                <a:gd name="T39" fmla="*/ 1220 h 1234"/>
                <a:gd name="T40" fmla="*/ 58 w 725"/>
                <a:gd name="T41" fmla="*/ 1202 h 1234"/>
                <a:gd name="T42" fmla="*/ 34 w 725"/>
                <a:gd name="T43" fmla="*/ 1178 h 1234"/>
                <a:gd name="T44" fmla="*/ 16 w 725"/>
                <a:gd name="T45" fmla="*/ 1151 h 1234"/>
                <a:gd name="T46" fmla="*/ 6 w 725"/>
                <a:gd name="T47" fmla="*/ 1119 h 1234"/>
                <a:gd name="T48" fmla="*/ 0 w 725"/>
                <a:gd name="T49" fmla="*/ 1084 h 1234"/>
                <a:gd name="T50" fmla="*/ 0 w 725"/>
                <a:gd name="T51" fmla="*/ 151 h 1234"/>
                <a:gd name="T52" fmla="*/ 6 w 725"/>
                <a:gd name="T53" fmla="*/ 116 h 1234"/>
                <a:gd name="T54" fmla="*/ 16 w 725"/>
                <a:gd name="T55" fmla="*/ 84 h 1234"/>
                <a:gd name="T56" fmla="*/ 34 w 725"/>
                <a:gd name="T57" fmla="*/ 56 h 1234"/>
                <a:gd name="T58" fmla="*/ 58 w 725"/>
                <a:gd name="T59" fmla="*/ 33 h 1234"/>
                <a:gd name="T60" fmla="*/ 85 w 725"/>
                <a:gd name="T61" fmla="*/ 15 h 1234"/>
                <a:gd name="T62" fmla="*/ 117 w 725"/>
                <a:gd name="T63" fmla="*/ 4 h 1234"/>
                <a:gd name="T64" fmla="*/ 151 w 725"/>
                <a:gd name="T65" fmla="*/ 0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5" h="1234">
                  <a:moveTo>
                    <a:pt x="151" y="0"/>
                  </a:moveTo>
                  <a:lnTo>
                    <a:pt x="575" y="0"/>
                  </a:lnTo>
                  <a:lnTo>
                    <a:pt x="610" y="4"/>
                  </a:lnTo>
                  <a:lnTo>
                    <a:pt x="641" y="15"/>
                  </a:lnTo>
                  <a:lnTo>
                    <a:pt x="669" y="33"/>
                  </a:lnTo>
                  <a:lnTo>
                    <a:pt x="693" y="56"/>
                  </a:lnTo>
                  <a:lnTo>
                    <a:pt x="709" y="84"/>
                  </a:lnTo>
                  <a:lnTo>
                    <a:pt x="721" y="116"/>
                  </a:lnTo>
                  <a:lnTo>
                    <a:pt x="725" y="151"/>
                  </a:lnTo>
                  <a:lnTo>
                    <a:pt x="725" y="1084"/>
                  </a:lnTo>
                  <a:lnTo>
                    <a:pt x="721" y="1119"/>
                  </a:lnTo>
                  <a:lnTo>
                    <a:pt x="709" y="1151"/>
                  </a:lnTo>
                  <a:lnTo>
                    <a:pt x="693" y="1178"/>
                  </a:lnTo>
                  <a:lnTo>
                    <a:pt x="669" y="1202"/>
                  </a:lnTo>
                  <a:lnTo>
                    <a:pt x="641" y="1220"/>
                  </a:lnTo>
                  <a:lnTo>
                    <a:pt x="610" y="1230"/>
                  </a:lnTo>
                  <a:lnTo>
                    <a:pt x="575" y="1234"/>
                  </a:lnTo>
                  <a:lnTo>
                    <a:pt x="151" y="1234"/>
                  </a:lnTo>
                  <a:lnTo>
                    <a:pt x="117" y="1230"/>
                  </a:lnTo>
                  <a:lnTo>
                    <a:pt x="85" y="1220"/>
                  </a:lnTo>
                  <a:lnTo>
                    <a:pt x="58" y="1202"/>
                  </a:lnTo>
                  <a:lnTo>
                    <a:pt x="34" y="1178"/>
                  </a:lnTo>
                  <a:lnTo>
                    <a:pt x="16" y="1151"/>
                  </a:lnTo>
                  <a:lnTo>
                    <a:pt x="6" y="1119"/>
                  </a:lnTo>
                  <a:lnTo>
                    <a:pt x="0" y="1084"/>
                  </a:lnTo>
                  <a:lnTo>
                    <a:pt x="0" y="151"/>
                  </a:lnTo>
                  <a:lnTo>
                    <a:pt x="6" y="116"/>
                  </a:lnTo>
                  <a:lnTo>
                    <a:pt x="16" y="84"/>
                  </a:lnTo>
                  <a:lnTo>
                    <a:pt x="34" y="56"/>
                  </a:lnTo>
                  <a:lnTo>
                    <a:pt x="58" y="33"/>
                  </a:lnTo>
                  <a:lnTo>
                    <a:pt x="85" y="15"/>
                  </a:lnTo>
                  <a:lnTo>
                    <a:pt x="117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3" name="Freeform 46">
              <a:extLst>
                <a:ext uri="{FF2B5EF4-FFF2-40B4-BE49-F238E27FC236}">
                  <a16:creationId xmlns:a16="http://schemas.microsoft.com/office/drawing/2014/main" id="{C4835F90-74B3-6D52-191B-6AED711CC409}"/>
                </a:ext>
              </a:extLst>
            </p:cNvPr>
            <p:cNvSpPr/>
            <p:nvPr/>
          </p:nvSpPr>
          <p:spPr bwMode="auto">
            <a:xfrm>
              <a:off x="5159473" y="3004353"/>
              <a:ext cx="684000" cy="62773"/>
            </a:xfrm>
            <a:custGeom>
              <a:avLst/>
              <a:gdLst>
                <a:gd name="T0" fmla="*/ 180 w 4216"/>
                <a:gd name="T1" fmla="*/ 0 h 362"/>
                <a:gd name="T2" fmla="*/ 4035 w 4216"/>
                <a:gd name="T3" fmla="*/ 0 h 362"/>
                <a:gd name="T4" fmla="*/ 4072 w 4216"/>
                <a:gd name="T5" fmla="*/ 4 h 362"/>
                <a:gd name="T6" fmla="*/ 4105 w 4216"/>
                <a:gd name="T7" fmla="*/ 14 h 362"/>
                <a:gd name="T8" fmla="*/ 4136 w 4216"/>
                <a:gd name="T9" fmla="*/ 31 h 362"/>
                <a:gd name="T10" fmla="*/ 4162 w 4216"/>
                <a:gd name="T11" fmla="*/ 53 h 362"/>
                <a:gd name="T12" fmla="*/ 4185 w 4216"/>
                <a:gd name="T13" fmla="*/ 79 h 362"/>
                <a:gd name="T14" fmla="*/ 4202 w 4216"/>
                <a:gd name="T15" fmla="*/ 110 h 362"/>
                <a:gd name="T16" fmla="*/ 4212 w 4216"/>
                <a:gd name="T17" fmla="*/ 145 h 362"/>
                <a:gd name="T18" fmla="*/ 4216 w 4216"/>
                <a:gd name="T19" fmla="*/ 180 h 362"/>
                <a:gd name="T20" fmla="*/ 4212 w 4216"/>
                <a:gd name="T21" fmla="*/ 217 h 362"/>
                <a:gd name="T22" fmla="*/ 4202 w 4216"/>
                <a:gd name="T23" fmla="*/ 251 h 362"/>
                <a:gd name="T24" fmla="*/ 4185 w 4216"/>
                <a:gd name="T25" fmla="*/ 281 h 362"/>
                <a:gd name="T26" fmla="*/ 4162 w 4216"/>
                <a:gd name="T27" fmla="*/ 308 h 362"/>
                <a:gd name="T28" fmla="*/ 4136 w 4216"/>
                <a:gd name="T29" fmla="*/ 331 h 362"/>
                <a:gd name="T30" fmla="*/ 4105 w 4216"/>
                <a:gd name="T31" fmla="*/ 348 h 362"/>
                <a:gd name="T32" fmla="*/ 4072 w 4216"/>
                <a:gd name="T33" fmla="*/ 358 h 362"/>
                <a:gd name="T34" fmla="*/ 4035 w 4216"/>
                <a:gd name="T35" fmla="*/ 362 h 362"/>
                <a:gd name="T36" fmla="*/ 180 w 4216"/>
                <a:gd name="T37" fmla="*/ 362 h 362"/>
                <a:gd name="T38" fmla="*/ 144 w 4216"/>
                <a:gd name="T39" fmla="*/ 358 h 362"/>
                <a:gd name="T40" fmla="*/ 110 w 4216"/>
                <a:gd name="T41" fmla="*/ 348 h 362"/>
                <a:gd name="T42" fmla="*/ 79 w 4216"/>
                <a:gd name="T43" fmla="*/ 331 h 362"/>
                <a:gd name="T44" fmla="*/ 52 w 4216"/>
                <a:gd name="T45" fmla="*/ 308 h 362"/>
                <a:gd name="T46" fmla="*/ 31 w 4216"/>
                <a:gd name="T47" fmla="*/ 281 h 362"/>
                <a:gd name="T48" fmla="*/ 14 w 4216"/>
                <a:gd name="T49" fmla="*/ 251 h 362"/>
                <a:gd name="T50" fmla="*/ 4 w 4216"/>
                <a:gd name="T51" fmla="*/ 217 h 362"/>
                <a:gd name="T52" fmla="*/ 0 w 4216"/>
                <a:gd name="T53" fmla="*/ 180 h 362"/>
                <a:gd name="T54" fmla="*/ 4 w 4216"/>
                <a:gd name="T55" fmla="*/ 145 h 362"/>
                <a:gd name="T56" fmla="*/ 14 w 4216"/>
                <a:gd name="T57" fmla="*/ 110 h 362"/>
                <a:gd name="T58" fmla="*/ 31 w 4216"/>
                <a:gd name="T59" fmla="*/ 79 h 362"/>
                <a:gd name="T60" fmla="*/ 52 w 4216"/>
                <a:gd name="T61" fmla="*/ 53 h 362"/>
                <a:gd name="T62" fmla="*/ 79 w 4216"/>
                <a:gd name="T63" fmla="*/ 31 h 362"/>
                <a:gd name="T64" fmla="*/ 110 w 4216"/>
                <a:gd name="T65" fmla="*/ 14 h 362"/>
                <a:gd name="T66" fmla="*/ 144 w 4216"/>
                <a:gd name="T67" fmla="*/ 4 h 362"/>
                <a:gd name="T68" fmla="*/ 180 w 4216"/>
                <a:gd name="T6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6" h="362">
                  <a:moveTo>
                    <a:pt x="180" y="0"/>
                  </a:moveTo>
                  <a:lnTo>
                    <a:pt x="4035" y="0"/>
                  </a:lnTo>
                  <a:lnTo>
                    <a:pt x="4072" y="4"/>
                  </a:lnTo>
                  <a:lnTo>
                    <a:pt x="4105" y="14"/>
                  </a:lnTo>
                  <a:lnTo>
                    <a:pt x="4136" y="31"/>
                  </a:lnTo>
                  <a:lnTo>
                    <a:pt x="4162" y="53"/>
                  </a:lnTo>
                  <a:lnTo>
                    <a:pt x="4185" y="79"/>
                  </a:lnTo>
                  <a:lnTo>
                    <a:pt x="4202" y="110"/>
                  </a:lnTo>
                  <a:lnTo>
                    <a:pt x="4212" y="145"/>
                  </a:lnTo>
                  <a:lnTo>
                    <a:pt x="4216" y="180"/>
                  </a:lnTo>
                  <a:lnTo>
                    <a:pt x="4212" y="217"/>
                  </a:lnTo>
                  <a:lnTo>
                    <a:pt x="4202" y="251"/>
                  </a:lnTo>
                  <a:lnTo>
                    <a:pt x="4185" y="281"/>
                  </a:lnTo>
                  <a:lnTo>
                    <a:pt x="4162" y="308"/>
                  </a:lnTo>
                  <a:lnTo>
                    <a:pt x="4136" y="331"/>
                  </a:lnTo>
                  <a:lnTo>
                    <a:pt x="4105" y="348"/>
                  </a:lnTo>
                  <a:lnTo>
                    <a:pt x="4072" y="358"/>
                  </a:lnTo>
                  <a:lnTo>
                    <a:pt x="4035" y="362"/>
                  </a:lnTo>
                  <a:lnTo>
                    <a:pt x="180" y="362"/>
                  </a:lnTo>
                  <a:lnTo>
                    <a:pt x="144" y="358"/>
                  </a:lnTo>
                  <a:lnTo>
                    <a:pt x="110" y="348"/>
                  </a:lnTo>
                  <a:lnTo>
                    <a:pt x="79" y="331"/>
                  </a:lnTo>
                  <a:lnTo>
                    <a:pt x="52" y="308"/>
                  </a:lnTo>
                  <a:lnTo>
                    <a:pt x="31" y="281"/>
                  </a:lnTo>
                  <a:lnTo>
                    <a:pt x="14" y="251"/>
                  </a:lnTo>
                  <a:lnTo>
                    <a:pt x="4" y="217"/>
                  </a:lnTo>
                  <a:lnTo>
                    <a:pt x="0" y="180"/>
                  </a:lnTo>
                  <a:lnTo>
                    <a:pt x="4" y="145"/>
                  </a:lnTo>
                  <a:lnTo>
                    <a:pt x="14" y="110"/>
                  </a:lnTo>
                  <a:lnTo>
                    <a:pt x="31" y="79"/>
                  </a:lnTo>
                  <a:lnTo>
                    <a:pt x="52" y="53"/>
                  </a:lnTo>
                  <a:lnTo>
                    <a:pt x="79" y="31"/>
                  </a:lnTo>
                  <a:lnTo>
                    <a:pt x="110" y="14"/>
                  </a:lnTo>
                  <a:lnTo>
                    <a:pt x="144" y="4"/>
                  </a:lnTo>
                  <a:lnTo>
                    <a:pt x="1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</p:grpSp>
      <p:sp>
        <p:nvSpPr>
          <p:cNvPr id="64" name="Freeform 76">
            <a:extLst>
              <a:ext uri="{FF2B5EF4-FFF2-40B4-BE49-F238E27FC236}">
                <a16:creationId xmlns:a16="http://schemas.microsoft.com/office/drawing/2014/main" id="{823CE0CC-C9C5-D8C9-86A2-63067AF92CF0}"/>
              </a:ext>
            </a:extLst>
          </p:cNvPr>
          <p:cNvSpPr/>
          <p:nvPr/>
        </p:nvSpPr>
        <p:spPr bwMode="auto">
          <a:xfrm>
            <a:off x="10213412" y="2353220"/>
            <a:ext cx="544495" cy="489476"/>
          </a:xfrm>
          <a:custGeom>
            <a:avLst/>
            <a:gdLst>
              <a:gd name="connsiteX0" fmla="*/ 86232 w 455613"/>
              <a:gd name="connsiteY0" fmla="*/ 350838 h 409576"/>
              <a:gd name="connsiteX1" fmla="*/ 87433 w 455613"/>
              <a:gd name="connsiteY1" fmla="*/ 351240 h 409576"/>
              <a:gd name="connsiteX2" fmla="*/ 88233 w 455613"/>
              <a:gd name="connsiteY2" fmla="*/ 352313 h 409576"/>
              <a:gd name="connsiteX3" fmla="*/ 88767 w 455613"/>
              <a:gd name="connsiteY3" fmla="*/ 353788 h 409576"/>
              <a:gd name="connsiteX4" fmla="*/ 88900 w 455613"/>
              <a:gd name="connsiteY4" fmla="*/ 356068 h 409576"/>
              <a:gd name="connsiteX5" fmla="*/ 88900 w 455613"/>
              <a:gd name="connsiteY5" fmla="*/ 409576 h 409576"/>
              <a:gd name="connsiteX6" fmla="*/ 41275 w 455613"/>
              <a:gd name="connsiteY6" fmla="*/ 409576 h 409576"/>
              <a:gd name="connsiteX7" fmla="*/ 41275 w 455613"/>
              <a:gd name="connsiteY7" fmla="*/ 401530 h 409576"/>
              <a:gd name="connsiteX8" fmla="*/ 41542 w 455613"/>
              <a:gd name="connsiteY8" fmla="*/ 399116 h 409576"/>
              <a:gd name="connsiteX9" fmla="*/ 42342 w 455613"/>
              <a:gd name="connsiteY9" fmla="*/ 396568 h 409576"/>
              <a:gd name="connsiteX10" fmla="*/ 43410 w 455613"/>
              <a:gd name="connsiteY10" fmla="*/ 393752 h 409576"/>
              <a:gd name="connsiteX11" fmla="*/ 44744 w 455613"/>
              <a:gd name="connsiteY11" fmla="*/ 391070 h 409576"/>
              <a:gd name="connsiteX12" fmla="*/ 46611 w 455613"/>
              <a:gd name="connsiteY12" fmla="*/ 388388 h 409576"/>
              <a:gd name="connsiteX13" fmla="*/ 48479 w 455613"/>
              <a:gd name="connsiteY13" fmla="*/ 386376 h 409576"/>
              <a:gd name="connsiteX14" fmla="*/ 62219 w 455613"/>
              <a:gd name="connsiteY14" fmla="*/ 372563 h 409576"/>
              <a:gd name="connsiteX15" fmla="*/ 81696 w 455613"/>
              <a:gd name="connsiteY15" fmla="*/ 352984 h 409576"/>
              <a:gd name="connsiteX16" fmla="*/ 83297 w 455613"/>
              <a:gd name="connsiteY16" fmla="*/ 351643 h 409576"/>
              <a:gd name="connsiteX17" fmla="*/ 84898 w 455613"/>
              <a:gd name="connsiteY17" fmla="*/ 350972 h 409576"/>
              <a:gd name="connsiteX18" fmla="*/ 148113 w 455613"/>
              <a:gd name="connsiteY18" fmla="*/ 290513 h 409576"/>
              <a:gd name="connsiteX19" fmla="*/ 149142 w 455613"/>
              <a:gd name="connsiteY19" fmla="*/ 291039 h 409576"/>
              <a:gd name="connsiteX20" fmla="*/ 149913 w 455613"/>
              <a:gd name="connsiteY20" fmla="*/ 291960 h 409576"/>
              <a:gd name="connsiteX21" fmla="*/ 150427 w 455613"/>
              <a:gd name="connsiteY21" fmla="*/ 293671 h 409576"/>
              <a:gd name="connsiteX22" fmla="*/ 150813 w 455613"/>
              <a:gd name="connsiteY22" fmla="*/ 295644 h 409576"/>
              <a:gd name="connsiteX23" fmla="*/ 150813 w 455613"/>
              <a:gd name="connsiteY23" fmla="*/ 409576 h 409576"/>
              <a:gd name="connsiteX24" fmla="*/ 109538 w 455613"/>
              <a:gd name="connsiteY24" fmla="*/ 409576 h 409576"/>
              <a:gd name="connsiteX25" fmla="*/ 109538 w 455613"/>
              <a:gd name="connsiteY25" fmla="*/ 337481 h 409576"/>
              <a:gd name="connsiteX26" fmla="*/ 109667 w 455613"/>
              <a:gd name="connsiteY26" fmla="*/ 334718 h 409576"/>
              <a:gd name="connsiteX27" fmla="*/ 110438 w 455613"/>
              <a:gd name="connsiteY27" fmla="*/ 331560 h 409576"/>
              <a:gd name="connsiteX28" fmla="*/ 111595 w 455613"/>
              <a:gd name="connsiteY28" fmla="*/ 328403 h 409576"/>
              <a:gd name="connsiteX29" fmla="*/ 112881 w 455613"/>
              <a:gd name="connsiteY29" fmla="*/ 325377 h 409576"/>
              <a:gd name="connsiteX30" fmla="*/ 114681 w 455613"/>
              <a:gd name="connsiteY30" fmla="*/ 322614 h 409576"/>
              <a:gd name="connsiteX31" fmla="*/ 116482 w 455613"/>
              <a:gd name="connsiteY31" fmla="*/ 320378 h 409576"/>
              <a:gd name="connsiteX32" fmla="*/ 143741 w 455613"/>
              <a:gd name="connsiteY32" fmla="*/ 292750 h 409576"/>
              <a:gd name="connsiteX33" fmla="*/ 145413 w 455613"/>
              <a:gd name="connsiteY33" fmla="*/ 291434 h 409576"/>
              <a:gd name="connsiteX34" fmla="*/ 146827 w 455613"/>
              <a:gd name="connsiteY34" fmla="*/ 290645 h 409576"/>
              <a:gd name="connsiteX35" fmla="*/ 174022 w 455613"/>
              <a:gd name="connsiteY35" fmla="*/ 287338 h 409576"/>
              <a:gd name="connsiteX36" fmla="*/ 175436 w 455613"/>
              <a:gd name="connsiteY36" fmla="*/ 287471 h 409576"/>
              <a:gd name="connsiteX37" fmla="*/ 176851 w 455613"/>
              <a:gd name="connsiteY37" fmla="*/ 288136 h 409576"/>
              <a:gd name="connsiteX38" fmla="*/ 178522 w 455613"/>
              <a:gd name="connsiteY38" fmla="*/ 289599 h 409576"/>
              <a:gd name="connsiteX39" fmla="*/ 199481 w 455613"/>
              <a:gd name="connsiteY39" fmla="*/ 311147 h 409576"/>
              <a:gd name="connsiteX40" fmla="*/ 206039 w 455613"/>
              <a:gd name="connsiteY40" fmla="*/ 317931 h 409576"/>
              <a:gd name="connsiteX41" fmla="*/ 207839 w 455613"/>
              <a:gd name="connsiteY41" fmla="*/ 320059 h 409576"/>
              <a:gd name="connsiteX42" fmla="*/ 209382 w 455613"/>
              <a:gd name="connsiteY42" fmla="*/ 322719 h 409576"/>
              <a:gd name="connsiteX43" fmla="*/ 210668 w 455613"/>
              <a:gd name="connsiteY43" fmla="*/ 325646 h 409576"/>
              <a:gd name="connsiteX44" fmla="*/ 211696 w 455613"/>
              <a:gd name="connsiteY44" fmla="*/ 328705 h 409576"/>
              <a:gd name="connsiteX45" fmla="*/ 212468 w 455613"/>
              <a:gd name="connsiteY45" fmla="*/ 331897 h 409576"/>
              <a:gd name="connsiteX46" fmla="*/ 212725 w 455613"/>
              <a:gd name="connsiteY46" fmla="*/ 334823 h 409576"/>
              <a:gd name="connsiteX47" fmla="*/ 212725 w 455613"/>
              <a:gd name="connsiteY47" fmla="*/ 409576 h 409576"/>
              <a:gd name="connsiteX48" fmla="*/ 171450 w 455613"/>
              <a:gd name="connsiteY48" fmla="*/ 409576 h 409576"/>
              <a:gd name="connsiteX49" fmla="*/ 171450 w 455613"/>
              <a:gd name="connsiteY49" fmla="*/ 292659 h 409576"/>
              <a:gd name="connsiteX50" fmla="*/ 171579 w 455613"/>
              <a:gd name="connsiteY50" fmla="*/ 290397 h 409576"/>
              <a:gd name="connsiteX51" fmla="*/ 172222 w 455613"/>
              <a:gd name="connsiteY51" fmla="*/ 288934 h 409576"/>
              <a:gd name="connsiteX52" fmla="*/ 172993 w 455613"/>
              <a:gd name="connsiteY52" fmla="*/ 287737 h 409576"/>
              <a:gd name="connsiteX53" fmla="*/ 271938 w 455613"/>
              <a:gd name="connsiteY53" fmla="*/ 282575 h 409576"/>
              <a:gd name="connsiteX54" fmla="*/ 273095 w 455613"/>
              <a:gd name="connsiteY54" fmla="*/ 283105 h 409576"/>
              <a:gd name="connsiteX55" fmla="*/ 273995 w 455613"/>
              <a:gd name="connsiteY55" fmla="*/ 284033 h 409576"/>
              <a:gd name="connsiteX56" fmla="*/ 274510 w 455613"/>
              <a:gd name="connsiteY56" fmla="*/ 285757 h 409576"/>
              <a:gd name="connsiteX57" fmla="*/ 274638 w 455613"/>
              <a:gd name="connsiteY57" fmla="*/ 287745 h 409576"/>
              <a:gd name="connsiteX58" fmla="*/ 274638 w 455613"/>
              <a:gd name="connsiteY58" fmla="*/ 409575 h 409576"/>
              <a:gd name="connsiteX59" fmla="*/ 233363 w 455613"/>
              <a:gd name="connsiteY59" fmla="*/ 409575 h 409576"/>
              <a:gd name="connsiteX60" fmla="*/ 233363 w 455613"/>
              <a:gd name="connsiteY60" fmla="*/ 329902 h 409576"/>
              <a:gd name="connsiteX61" fmla="*/ 233620 w 455613"/>
              <a:gd name="connsiteY61" fmla="*/ 326588 h 409576"/>
              <a:gd name="connsiteX62" fmla="*/ 234263 w 455613"/>
              <a:gd name="connsiteY62" fmla="*/ 323141 h 409576"/>
              <a:gd name="connsiteX63" fmla="*/ 235035 w 455613"/>
              <a:gd name="connsiteY63" fmla="*/ 320224 h 409576"/>
              <a:gd name="connsiteX64" fmla="*/ 236192 w 455613"/>
              <a:gd name="connsiteY64" fmla="*/ 317573 h 409576"/>
              <a:gd name="connsiteX65" fmla="*/ 237478 w 455613"/>
              <a:gd name="connsiteY65" fmla="*/ 315585 h 409576"/>
              <a:gd name="connsiteX66" fmla="*/ 238764 w 455613"/>
              <a:gd name="connsiteY66" fmla="*/ 314391 h 409576"/>
              <a:gd name="connsiteX67" fmla="*/ 239921 w 455613"/>
              <a:gd name="connsiteY67" fmla="*/ 313066 h 409576"/>
              <a:gd name="connsiteX68" fmla="*/ 240821 w 455613"/>
              <a:gd name="connsiteY68" fmla="*/ 312138 h 409576"/>
              <a:gd name="connsiteX69" fmla="*/ 241335 w 455613"/>
              <a:gd name="connsiteY69" fmla="*/ 311607 h 409576"/>
              <a:gd name="connsiteX70" fmla="*/ 241592 w 455613"/>
              <a:gd name="connsiteY70" fmla="*/ 311475 h 409576"/>
              <a:gd name="connsiteX71" fmla="*/ 267566 w 455613"/>
              <a:gd name="connsiteY71" fmla="*/ 284829 h 409576"/>
              <a:gd name="connsiteX72" fmla="*/ 269238 w 455613"/>
              <a:gd name="connsiteY72" fmla="*/ 283503 h 409576"/>
              <a:gd name="connsiteX73" fmla="*/ 270781 w 455613"/>
              <a:gd name="connsiteY73" fmla="*/ 282708 h 409576"/>
              <a:gd name="connsiteX74" fmla="*/ 335459 w 455613"/>
              <a:gd name="connsiteY74" fmla="*/ 220663 h 409576"/>
              <a:gd name="connsiteX75" fmla="*/ 336665 w 455613"/>
              <a:gd name="connsiteY75" fmla="*/ 221061 h 409576"/>
              <a:gd name="connsiteX76" fmla="*/ 337468 w 455613"/>
              <a:gd name="connsiteY76" fmla="*/ 221990 h 409576"/>
              <a:gd name="connsiteX77" fmla="*/ 338004 w 455613"/>
              <a:gd name="connsiteY77" fmla="*/ 223714 h 409576"/>
              <a:gd name="connsiteX78" fmla="*/ 338138 w 455613"/>
              <a:gd name="connsiteY78" fmla="*/ 225704 h 409576"/>
              <a:gd name="connsiteX79" fmla="*/ 338138 w 455613"/>
              <a:gd name="connsiteY79" fmla="*/ 409576 h 409576"/>
              <a:gd name="connsiteX80" fmla="*/ 295275 w 455613"/>
              <a:gd name="connsiteY80" fmla="*/ 409576 h 409576"/>
              <a:gd name="connsiteX81" fmla="*/ 295275 w 455613"/>
              <a:gd name="connsiteY81" fmla="*/ 268157 h 409576"/>
              <a:gd name="connsiteX82" fmla="*/ 295543 w 455613"/>
              <a:gd name="connsiteY82" fmla="*/ 265238 h 409576"/>
              <a:gd name="connsiteX83" fmla="*/ 296213 w 455613"/>
              <a:gd name="connsiteY83" fmla="*/ 262054 h 409576"/>
              <a:gd name="connsiteX84" fmla="*/ 297284 w 455613"/>
              <a:gd name="connsiteY84" fmla="*/ 258870 h 409576"/>
              <a:gd name="connsiteX85" fmla="*/ 298892 w 455613"/>
              <a:gd name="connsiteY85" fmla="*/ 255819 h 409576"/>
              <a:gd name="connsiteX86" fmla="*/ 300499 w 455613"/>
              <a:gd name="connsiteY86" fmla="*/ 253033 h 409576"/>
              <a:gd name="connsiteX87" fmla="*/ 302508 w 455613"/>
              <a:gd name="connsiteY87" fmla="*/ 250910 h 409576"/>
              <a:gd name="connsiteX88" fmla="*/ 330905 w 455613"/>
              <a:gd name="connsiteY88" fmla="*/ 222786 h 409576"/>
              <a:gd name="connsiteX89" fmla="*/ 332512 w 455613"/>
              <a:gd name="connsiteY89" fmla="*/ 221459 h 409576"/>
              <a:gd name="connsiteX90" fmla="*/ 334120 w 455613"/>
              <a:gd name="connsiteY90" fmla="*/ 220796 h 409576"/>
              <a:gd name="connsiteX91" fmla="*/ 394079 w 455613"/>
              <a:gd name="connsiteY91" fmla="*/ 161925 h 409576"/>
              <a:gd name="connsiteX92" fmla="*/ 395278 w 455613"/>
              <a:gd name="connsiteY92" fmla="*/ 162323 h 409576"/>
              <a:gd name="connsiteX93" fmla="*/ 396077 w 455613"/>
              <a:gd name="connsiteY93" fmla="*/ 163383 h 409576"/>
              <a:gd name="connsiteX94" fmla="*/ 396610 w 455613"/>
              <a:gd name="connsiteY94" fmla="*/ 164974 h 409576"/>
              <a:gd name="connsiteX95" fmla="*/ 396876 w 455613"/>
              <a:gd name="connsiteY95" fmla="*/ 167096 h 409576"/>
              <a:gd name="connsiteX96" fmla="*/ 396876 w 455613"/>
              <a:gd name="connsiteY96" fmla="*/ 409575 h 409576"/>
              <a:gd name="connsiteX97" fmla="*/ 357188 w 455613"/>
              <a:gd name="connsiteY97" fmla="*/ 409575 h 409576"/>
              <a:gd name="connsiteX98" fmla="*/ 357188 w 455613"/>
              <a:gd name="connsiteY98" fmla="*/ 206338 h 409576"/>
              <a:gd name="connsiteX99" fmla="*/ 357454 w 455613"/>
              <a:gd name="connsiteY99" fmla="*/ 203421 h 409576"/>
              <a:gd name="connsiteX100" fmla="*/ 358120 w 455613"/>
              <a:gd name="connsiteY100" fmla="*/ 200239 h 409576"/>
              <a:gd name="connsiteX101" fmla="*/ 359319 w 455613"/>
              <a:gd name="connsiteY101" fmla="*/ 197057 h 409576"/>
              <a:gd name="connsiteX102" fmla="*/ 360784 w 455613"/>
              <a:gd name="connsiteY102" fmla="*/ 194008 h 409576"/>
              <a:gd name="connsiteX103" fmla="*/ 362515 w 455613"/>
              <a:gd name="connsiteY103" fmla="*/ 191224 h 409576"/>
              <a:gd name="connsiteX104" fmla="*/ 364380 w 455613"/>
              <a:gd name="connsiteY104" fmla="*/ 189103 h 409576"/>
              <a:gd name="connsiteX105" fmla="*/ 389684 w 455613"/>
              <a:gd name="connsiteY105" fmla="*/ 164046 h 409576"/>
              <a:gd name="connsiteX106" fmla="*/ 391283 w 455613"/>
              <a:gd name="connsiteY106" fmla="*/ 162721 h 409576"/>
              <a:gd name="connsiteX107" fmla="*/ 392881 w 455613"/>
              <a:gd name="connsiteY107" fmla="*/ 162058 h 409576"/>
              <a:gd name="connsiteX108" fmla="*/ 290622 w 455613"/>
              <a:gd name="connsiteY108" fmla="*/ 0 h 409576"/>
              <a:gd name="connsiteX109" fmla="*/ 435205 w 455613"/>
              <a:gd name="connsiteY109" fmla="*/ 0 h 409576"/>
              <a:gd name="connsiteX110" fmla="*/ 439180 w 455613"/>
              <a:gd name="connsiteY110" fmla="*/ 395 h 409576"/>
              <a:gd name="connsiteX111" fmla="*/ 442891 w 455613"/>
              <a:gd name="connsiteY111" fmla="*/ 1581 h 409576"/>
              <a:gd name="connsiteX112" fmla="*/ 446204 w 455613"/>
              <a:gd name="connsiteY112" fmla="*/ 3426 h 409576"/>
              <a:gd name="connsiteX113" fmla="*/ 449252 w 455613"/>
              <a:gd name="connsiteY113" fmla="*/ 5798 h 409576"/>
              <a:gd name="connsiteX114" fmla="*/ 451903 w 455613"/>
              <a:gd name="connsiteY114" fmla="*/ 8697 h 409576"/>
              <a:gd name="connsiteX115" fmla="*/ 453890 w 455613"/>
              <a:gd name="connsiteY115" fmla="*/ 11991 h 409576"/>
              <a:gd name="connsiteX116" fmla="*/ 455216 w 455613"/>
              <a:gd name="connsiteY116" fmla="*/ 15549 h 409576"/>
              <a:gd name="connsiteX117" fmla="*/ 455613 w 455613"/>
              <a:gd name="connsiteY117" fmla="*/ 19239 h 409576"/>
              <a:gd name="connsiteX118" fmla="*/ 455613 w 455613"/>
              <a:gd name="connsiteY118" fmla="*/ 162870 h 409576"/>
              <a:gd name="connsiteX119" fmla="*/ 455348 w 455613"/>
              <a:gd name="connsiteY119" fmla="*/ 164978 h 409576"/>
              <a:gd name="connsiteX120" fmla="*/ 454818 w 455613"/>
              <a:gd name="connsiteY120" fmla="*/ 166559 h 409576"/>
              <a:gd name="connsiteX121" fmla="*/ 454023 w 455613"/>
              <a:gd name="connsiteY121" fmla="*/ 167482 h 409576"/>
              <a:gd name="connsiteX122" fmla="*/ 452830 w 455613"/>
              <a:gd name="connsiteY122" fmla="*/ 168009 h 409576"/>
              <a:gd name="connsiteX123" fmla="*/ 451637 w 455613"/>
              <a:gd name="connsiteY123" fmla="*/ 167877 h 409576"/>
              <a:gd name="connsiteX124" fmla="*/ 450047 w 455613"/>
              <a:gd name="connsiteY124" fmla="*/ 167086 h 409576"/>
              <a:gd name="connsiteX125" fmla="*/ 448457 w 455613"/>
              <a:gd name="connsiteY125" fmla="*/ 165769 h 409576"/>
              <a:gd name="connsiteX126" fmla="*/ 397701 w 455613"/>
              <a:gd name="connsiteY126" fmla="*/ 115695 h 409576"/>
              <a:gd name="connsiteX127" fmla="*/ 228072 w 455613"/>
              <a:gd name="connsiteY127" fmla="*/ 283309 h 409576"/>
              <a:gd name="connsiteX128" fmla="*/ 225951 w 455613"/>
              <a:gd name="connsiteY128" fmla="*/ 284890 h 409576"/>
              <a:gd name="connsiteX129" fmla="*/ 223433 w 455613"/>
              <a:gd name="connsiteY129" fmla="*/ 285944 h 409576"/>
              <a:gd name="connsiteX130" fmla="*/ 220783 w 455613"/>
              <a:gd name="connsiteY130" fmla="*/ 286208 h 409576"/>
              <a:gd name="connsiteX131" fmla="*/ 218265 w 455613"/>
              <a:gd name="connsiteY131" fmla="*/ 285944 h 409576"/>
              <a:gd name="connsiteX132" fmla="*/ 215880 w 455613"/>
              <a:gd name="connsiteY132" fmla="*/ 284890 h 409576"/>
              <a:gd name="connsiteX133" fmla="*/ 213627 w 455613"/>
              <a:gd name="connsiteY133" fmla="*/ 283309 h 409576"/>
              <a:gd name="connsiteX134" fmla="*/ 162208 w 455613"/>
              <a:gd name="connsiteY134" fmla="*/ 232445 h 409576"/>
              <a:gd name="connsiteX135" fmla="*/ 70502 w 455613"/>
              <a:gd name="connsiteY135" fmla="*/ 323235 h 409576"/>
              <a:gd name="connsiteX136" fmla="*/ 66394 w 455613"/>
              <a:gd name="connsiteY136" fmla="*/ 326793 h 409576"/>
              <a:gd name="connsiteX137" fmla="*/ 61756 w 455613"/>
              <a:gd name="connsiteY137" fmla="*/ 329561 h 409576"/>
              <a:gd name="connsiteX138" fmla="*/ 56985 w 455613"/>
              <a:gd name="connsiteY138" fmla="*/ 331932 h 409576"/>
              <a:gd name="connsiteX139" fmla="*/ 52082 w 455613"/>
              <a:gd name="connsiteY139" fmla="*/ 333645 h 409576"/>
              <a:gd name="connsiteX140" fmla="*/ 46913 w 455613"/>
              <a:gd name="connsiteY140" fmla="*/ 334568 h 409576"/>
              <a:gd name="connsiteX141" fmla="*/ 41745 w 455613"/>
              <a:gd name="connsiteY141" fmla="*/ 334963 h 409576"/>
              <a:gd name="connsiteX142" fmla="*/ 36444 w 455613"/>
              <a:gd name="connsiteY142" fmla="*/ 334568 h 409576"/>
              <a:gd name="connsiteX143" fmla="*/ 31408 w 455613"/>
              <a:gd name="connsiteY143" fmla="*/ 333645 h 409576"/>
              <a:gd name="connsiteX144" fmla="*/ 26372 w 455613"/>
              <a:gd name="connsiteY144" fmla="*/ 331932 h 409576"/>
              <a:gd name="connsiteX145" fmla="*/ 21601 w 455613"/>
              <a:gd name="connsiteY145" fmla="*/ 329561 h 409576"/>
              <a:gd name="connsiteX146" fmla="*/ 17096 w 455613"/>
              <a:gd name="connsiteY146" fmla="*/ 326793 h 409576"/>
              <a:gd name="connsiteX147" fmla="*/ 12855 w 455613"/>
              <a:gd name="connsiteY147" fmla="*/ 323235 h 409576"/>
              <a:gd name="connsiteX148" fmla="*/ 11927 w 455613"/>
              <a:gd name="connsiteY148" fmla="*/ 322050 h 409576"/>
              <a:gd name="connsiteX149" fmla="*/ 8349 w 455613"/>
              <a:gd name="connsiteY149" fmla="*/ 317965 h 409576"/>
              <a:gd name="connsiteX150" fmla="*/ 5301 w 455613"/>
              <a:gd name="connsiteY150" fmla="*/ 313616 h 409576"/>
              <a:gd name="connsiteX151" fmla="*/ 3048 w 455613"/>
              <a:gd name="connsiteY151" fmla="*/ 308741 h 409576"/>
              <a:gd name="connsiteX152" fmla="*/ 1325 w 455613"/>
              <a:gd name="connsiteY152" fmla="*/ 303865 h 409576"/>
              <a:gd name="connsiteX153" fmla="*/ 265 w 455613"/>
              <a:gd name="connsiteY153" fmla="*/ 298726 h 409576"/>
              <a:gd name="connsiteX154" fmla="*/ 0 w 455613"/>
              <a:gd name="connsiteY154" fmla="*/ 293719 h 409576"/>
              <a:gd name="connsiteX155" fmla="*/ 265 w 455613"/>
              <a:gd name="connsiteY155" fmla="*/ 288448 h 409576"/>
              <a:gd name="connsiteX156" fmla="*/ 1325 w 455613"/>
              <a:gd name="connsiteY156" fmla="*/ 283572 h 409576"/>
              <a:gd name="connsiteX157" fmla="*/ 3048 w 455613"/>
              <a:gd name="connsiteY157" fmla="*/ 278697 h 409576"/>
              <a:gd name="connsiteX158" fmla="*/ 5301 w 455613"/>
              <a:gd name="connsiteY158" fmla="*/ 273821 h 409576"/>
              <a:gd name="connsiteX159" fmla="*/ 8349 w 455613"/>
              <a:gd name="connsiteY159" fmla="*/ 269473 h 409576"/>
              <a:gd name="connsiteX160" fmla="*/ 11927 w 455613"/>
              <a:gd name="connsiteY160" fmla="*/ 265256 h 409576"/>
              <a:gd name="connsiteX161" fmla="*/ 155052 w 455613"/>
              <a:gd name="connsiteY161" fmla="*/ 123865 h 409576"/>
              <a:gd name="connsiteX162" fmla="*/ 157172 w 455613"/>
              <a:gd name="connsiteY162" fmla="*/ 122284 h 409576"/>
              <a:gd name="connsiteX163" fmla="*/ 159557 w 455613"/>
              <a:gd name="connsiteY163" fmla="*/ 121230 h 409576"/>
              <a:gd name="connsiteX164" fmla="*/ 162208 w 455613"/>
              <a:gd name="connsiteY164" fmla="*/ 120966 h 409576"/>
              <a:gd name="connsiteX165" fmla="*/ 164726 w 455613"/>
              <a:gd name="connsiteY165" fmla="*/ 121230 h 409576"/>
              <a:gd name="connsiteX166" fmla="*/ 167244 w 455613"/>
              <a:gd name="connsiteY166" fmla="*/ 122284 h 409576"/>
              <a:gd name="connsiteX167" fmla="*/ 169497 w 455613"/>
              <a:gd name="connsiteY167" fmla="*/ 123865 h 409576"/>
              <a:gd name="connsiteX168" fmla="*/ 220783 w 455613"/>
              <a:gd name="connsiteY168" fmla="*/ 174597 h 409576"/>
              <a:gd name="connsiteX169" fmla="*/ 318055 w 455613"/>
              <a:gd name="connsiteY169" fmla="*/ 78536 h 409576"/>
              <a:gd name="connsiteX170" fmla="*/ 338993 w 455613"/>
              <a:gd name="connsiteY170" fmla="*/ 57848 h 409576"/>
              <a:gd name="connsiteX171" fmla="*/ 287707 w 455613"/>
              <a:gd name="connsiteY171" fmla="*/ 7116 h 409576"/>
              <a:gd name="connsiteX172" fmla="*/ 286382 w 455613"/>
              <a:gd name="connsiteY172" fmla="*/ 5403 h 409576"/>
              <a:gd name="connsiteX173" fmla="*/ 285587 w 455613"/>
              <a:gd name="connsiteY173" fmla="*/ 3953 h 409576"/>
              <a:gd name="connsiteX174" fmla="*/ 285454 w 455613"/>
              <a:gd name="connsiteY174" fmla="*/ 2636 h 409576"/>
              <a:gd name="connsiteX175" fmla="*/ 285852 w 455613"/>
              <a:gd name="connsiteY175" fmla="*/ 1581 h 409576"/>
              <a:gd name="connsiteX176" fmla="*/ 286912 w 455613"/>
              <a:gd name="connsiteY176" fmla="*/ 791 h 409576"/>
              <a:gd name="connsiteX177" fmla="*/ 288502 w 455613"/>
              <a:gd name="connsiteY177" fmla="*/ 264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55613" h="409576">
                <a:moveTo>
                  <a:pt x="86232" y="350838"/>
                </a:moveTo>
                <a:lnTo>
                  <a:pt x="87433" y="351240"/>
                </a:lnTo>
                <a:lnTo>
                  <a:pt x="88233" y="352313"/>
                </a:lnTo>
                <a:lnTo>
                  <a:pt x="88767" y="353788"/>
                </a:lnTo>
                <a:lnTo>
                  <a:pt x="88900" y="356068"/>
                </a:lnTo>
                <a:lnTo>
                  <a:pt x="88900" y="409576"/>
                </a:lnTo>
                <a:lnTo>
                  <a:pt x="41275" y="409576"/>
                </a:lnTo>
                <a:lnTo>
                  <a:pt x="41275" y="401530"/>
                </a:lnTo>
                <a:lnTo>
                  <a:pt x="41542" y="399116"/>
                </a:lnTo>
                <a:lnTo>
                  <a:pt x="42342" y="396568"/>
                </a:lnTo>
                <a:lnTo>
                  <a:pt x="43410" y="393752"/>
                </a:lnTo>
                <a:lnTo>
                  <a:pt x="44744" y="391070"/>
                </a:lnTo>
                <a:lnTo>
                  <a:pt x="46611" y="388388"/>
                </a:lnTo>
                <a:lnTo>
                  <a:pt x="48479" y="386376"/>
                </a:lnTo>
                <a:lnTo>
                  <a:pt x="62219" y="372563"/>
                </a:lnTo>
                <a:lnTo>
                  <a:pt x="81696" y="352984"/>
                </a:lnTo>
                <a:lnTo>
                  <a:pt x="83297" y="351643"/>
                </a:lnTo>
                <a:lnTo>
                  <a:pt x="84898" y="350972"/>
                </a:lnTo>
                <a:close/>
                <a:moveTo>
                  <a:pt x="148113" y="290513"/>
                </a:moveTo>
                <a:lnTo>
                  <a:pt x="149142" y="291039"/>
                </a:lnTo>
                <a:lnTo>
                  <a:pt x="149913" y="291960"/>
                </a:lnTo>
                <a:lnTo>
                  <a:pt x="150427" y="293671"/>
                </a:lnTo>
                <a:lnTo>
                  <a:pt x="150813" y="295644"/>
                </a:lnTo>
                <a:lnTo>
                  <a:pt x="150813" y="409576"/>
                </a:lnTo>
                <a:lnTo>
                  <a:pt x="109538" y="409576"/>
                </a:lnTo>
                <a:lnTo>
                  <a:pt x="109538" y="337481"/>
                </a:lnTo>
                <a:lnTo>
                  <a:pt x="109667" y="334718"/>
                </a:lnTo>
                <a:lnTo>
                  <a:pt x="110438" y="331560"/>
                </a:lnTo>
                <a:lnTo>
                  <a:pt x="111595" y="328403"/>
                </a:lnTo>
                <a:lnTo>
                  <a:pt x="112881" y="325377"/>
                </a:lnTo>
                <a:lnTo>
                  <a:pt x="114681" y="322614"/>
                </a:lnTo>
                <a:lnTo>
                  <a:pt x="116482" y="320378"/>
                </a:lnTo>
                <a:lnTo>
                  <a:pt x="143741" y="292750"/>
                </a:lnTo>
                <a:lnTo>
                  <a:pt x="145413" y="291434"/>
                </a:lnTo>
                <a:lnTo>
                  <a:pt x="146827" y="290645"/>
                </a:lnTo>
                <a:close/>
                <a:moveTo>
                  <a:pt x="174022" y="287338"/>
                </a:moveTo>
                <a:lnTo>
                  <a:pt x="175436" y="287471"/>
                </a:lnTo>
                <a:lnTo>
                  <a:pt x="176851" y="288136"/>
                </a:lnTo>
                <a:lnTo>
                  <a:pt x="178522" y="289599"/>
                </a:lnTo>
                <a:lnTo>
                  <a:pt x="199481" y="311147"/>
                </a:lnTo>
                <a:lnTo>
                  <a:pt x="206039" y="317931"/>
                </a:lnTo>
                <a:lnTo>
                  <a:pt x="207839" y="320059"/>
                </a:lnTo>
                <a:lnTo>
                  <a:pt x="209382" y="322719"/>
                </a:lnTo>
                <a:lnTo>
                  <a:pt x="210668" y="325646"/>
                </a:lnTo>
                <a:lnTo>
                  <a:pt x="211696" y="328705"/>
                </a:lnTo>
                <a:lnTo>
                  <a:pt x="212468" y="331897"/>
                </a:lnTo>
                <a:lnTo>
                  <a:pt x="212725" y="334823"/>
                </a:lnTo>
                <a:lnTo>
                  <a:pt x="212725" y="409576"/>
                </a:lnTo>
                <a:lnTo>
                  <a:pt x="171450" y="409576"/>
                </a:lnTo>
                <a:lnTo>
                  <a:pt x="171450" y="292659"/>
                </a:lnTo>
                <a:lnTo>
                  <a:pt x="171579" y="290397"/>
                </a:lnTo>
                <a:lnTo>
                  <a:pt x="172222" y="288934"/>
                </a:lnTo>
                <a:lnTo>
                  <a:pt x="172993" y="287737"/>
                </a:lnTo>
                <a:close/>
                <a:moveTo>
                  <a:pt x="271938" y="282575"/>
                </a:moveTo>
                <a:lnTo>
                  <a:pt x="273095" y="283105"/>
                </a:lnTo>
                <a:lnTo>
                  <a:pt x="273995" y="284033"/>
                </a:lnTo>
                <a:lnTo>
                  <a:pt x="274510" y="285757"/>
                </a:lnTo>
                <a:lnTo>
                  <a:pt x="274638" y="287745"/>
                </a:lnTo>
                <a:lnTo>
                  <a:pt x="274638" y="409575"/>
                </a:lnTo>
                <a:lnTo>
                  <a:pt x="233363" y="409575"/>
                </a:lnTo>
                <a:lnTo>
                  <a:pt x="233363" y="329902"/>
                </a:lnTo>
                <a:lnTo>
                  <a:pt x="233620" y="326588"/>
                </a:lnTo>
                <a:lnTo>
                  <a:pt x="234263" y="323141"/>
                </a:lnTo>
                <a:lnTo>
                  <a:pt x="235035" y="320224"/>
                </a:lnTo>
                <a:lnTo>
                  <a:pt x="236192" y="317573"/>
                </a:lnTo>
                <a:lnTo>
                  <a:pt x="237478" y="315585"/>
                </a:lnTo>
                <a:lnTo>
                  <a:pt x="238764" y="314391"/>
                </a:lnTo>
                <a:lnTo>
                  <a:pt x="239921" y="313066"/>
                </a:lnTo>
                <a:lnTo>
                  <a:pt x="240821" y="312138"/>
                </a:lnTo>
                <a:lnTo>
                  <a:pt x="241335" y="311607"/>
                </a:lnTo>
                <a:lnTo>
                  <a:pt x="241592" y="311475"/>
                </a:lnTo>
                <a:lnTo>
                  <a:pt x="267566" y="284829"/>
                </a:lnTo>
                <a:lnTo>
                  <a:pt x="269238" y="283503"/>
                </a:lnTo>
                <a:lnTo>
                  <a:pt x="270781" y="282708"/>
                </a:lnTo>
                <a:close/>
                <a:moveTo>
                  <a:pt x="335459" y="220663"/>
                </a:moveTo>
                <a:lnTo>
                  <a:pt x="336665" y="221061"/>
                </a:lnTo>
                <a:lnTo>
                  <a:pt x="337468" y="221990"/>
                </a:lnTo>
                <a:lnTo>
                  <a:pt x="338004" y="223714"/>
                </a:lnTo>
                <a:lnTo>
                  <a:pt x="338138" y="225704"/>
                </a:lnTo>
                <a:lnTo>
                  <a:pt x="338138" y="409576"/>
                </a:lnTo>
                <a:lnTo>
                  <a:pt x="295275" y="409576"/>
                </a:lnTo>
                <a:lnTo>
                  <a:pt x="295275" y="268157"/>
                </a:lnTo>
                <a:lnTo>
                  <a:pt x="295543" y="265238"/>
                </a:lnTo>
                <a:lnTo>
                  <a:pt x="296213" y="262054"/>
                </a:lnTo>
                <a:lnTo>
                  <a:pt x="297284" y="258870"/>
                </a:lnTo>
                <a:lnTo>
                  <a:pt x="298892" y="255819"/>
                </a:lnTo>
                <a:lnTo>
                  <a:pt x="300499" y="253033"/>
                </a:lnTo>
                <a:lnTo>
                  <a:pt x="302508" y="250910"/>
                </a:lnTo>
                <a:lnTo>
                  <a:pt x="330905" y="222786"/>
                </a:lnTo>
                <a:lnTo>
                  <a:pt x="332512" y="221459"/>
                </a:lnTo>
                <a:lnTo>
                  <a:pt x="334120" y="220796"/>
                </a:lnTo>
                <a:close/>
                <a:moveTo>
                  <a:pt x="394079" y="161925"/>
                </a:moveTo>
                <a:lnTo>
                  <a:pt x="395278" y="162323"/>
                </a:lnTo>
                <a:lnTo>
                  <a:pt x="396077" y="163383"/>
                </a:lnTo>
                <a:lnTo>
                  <a:pt x="396610" y="164974"/>
                </a:lnTo>
                <a:lnTo>
                  <a:pt x="396876" y="167096"/>
                </a:lnTo>
                <a:lnTo>
                  <a:pt x="396876" y="409575"/>
                </a:lnTo>
                <a:lnTo>
                  <a:pt x="357188" y="409575"/>
                </a:lnTo>
                <a:lnTo>
                  <a:pt x="357188" y="206338"/>
                </a:lnTo>
                <a:lnTo>
                  <a:pt x="357454" y="203421"/>
                </a:lnTo>
                <a:lnTo>
                  <a:pt x="358120" y="200239"/>
                </a:lnTo>
                <a:lnTo>
                  <a:pt x="359319" y="197057"/>
                </a:lnTo>
                <a:lnTo>
                  <a:pt x="360784" y="194008"/>
                </a:lnTo>
                <a:lnTo>
                  <a:pt x="362515" y="191224"/>
                </a:lnTo>
                <a:lnTo>
                  <a:pt x="364380" y="189103"/>
                </a:lnTo>
                <a:lnTo>
                  <a:pt x="389684" y="164046"/>
                </a:lnTo>
                <a:lnTo>
                  <a:pt x="391283" y="162721"/>
                </a:lnTo>
                <a:lnTo>
                  <a:pt x="392881" y="162058"/>
                </a:lnTo>
                <a:close/>
                <a:moveTo>
                  <a:pt x="290622" y="0"/>
                </a:moveTo>
                <a:lnTo>
                  <a:pt x="435205" y="0"/>
                </a:lnTo>
                <a:lnTo>
                  <a:pt x="439180" y="395"/>
                </a:lnTo>
                <a:lnTo>
                  <a:pt x="442891" y="1581"/>
                </a:lnTo>
                <a:lnTo>
                  <a:pt x="446204" y="3426"/>
                </a:lnTo>
                <a:lnTo>
                  <a:pt x="449252" y="5798"/>
                </a:lnTo>
                <a:lnTo>
                  <a:pt x="451903" y="8697"/>
                </a:lnTo>
                <a:lnTo>
                  <a:pt x="453890" y="11991"/>
                </a:lnTo>
                <a:lnTo>
                  <a:pt x="455216" y="15549"/>
                </a:lnTo>
                <a:lnTo>
                  <a:pt x="455613" y="19239"/>
                </a:lnTo>
                <a:lnTo>
                  <a:pt x="455613" y="162870"/>
                </a:lnTo>
                <a:lnTo>
                  <a:pt x="455348" y="164978"/>
                </a:lnTo>
                <a:lnTo>
                  <a:pt x="454818" y="166559"/>
                </a:lnTo>
                <a:lnTo>
                  <a:pt x="454023" y="167482"/>
                </a:lnTo>
                <a:lnTo>
                  <a:pt x="452830" y="168009"/>
                </a:lnTo>
                <a:lnTo>
                  <a:pt x="451637" y="167877"/>
                </a:lnTo>
                <a:lnTo>
                  <a:pt x="450047" y="167086"/>
                </a:lnTo>
                <a:lnTo>
                  <a:pt x="448457" y="165769"/>
                </a:lnTo>
                <a:lnTo>
                  <a:pt x="397701" y="115695"/>
                </a:lnTo>
                <a:lnTo>
                  <a:pt x="228072" y="283309"/>
                </a:lnTo>
                <a:lnTo>
                  <a:pt x="225951" y="284890"/>
                </a:lnTo>
                <a:lnTo>
                  <a:pt x="223433" y="285944"/>
                </a:lnTo>
                <a:lnTo>
                  <a:pt x="220783" y="286208"/>
                </a:lnTo>
                <a:lnTo>
                  <a:pt x="218265" y="285944"/>
                </a:lnTo>
                <a:lnTo>
                  <a:pt x="215880" y="284890"/>
                </a:lnTo>
                <a:lnTo>
                  <a:pt x="213627" y="283309"/>
                </a:lnTo>
                <a:lnTo>
                  <a:pt x="162208" y="232445"/>
                </a:lnTo>
                <a:lnTo>
                  <a:pt x="70502" y="323235"/>
                </a:lnTo>
                <a:lnTo>
                  <a:pt x="66394" y="326793"/>
                </a:lnTo>
                <a:lnTo>
                  <a:pt x="61756" y="329561"/>
                </a:lnTo>
                <a:lnTo>
                  <a:pt x="56985" y="331932"/>
                </a:lnTo>
                <a:lnTo>
                  <a:pt x="52082" y="333645"/>
                </a:lnTo>
                <a:lnTo>
                  <a:pt x="46913" y="334568"/>
                </a:lnTo>
                <a:lnTo>
                  <a:pt x="41745" y="334963"/>
                </a:lnTo>
                <a:lnTo>
                  <a:pt x="36444" y="334568"/>
                </a:lnTo>
                <a:lnTo>
                  <a:pt x="31408" y="333645"/>
                </a:lnTo>
                <a:lnTo>
                  <a:pt x="26372" y="331932"/>
                </a:lnTo>
                <a:lnTo>
                  <a:pt x="21601" y="329561"/>
                </a:lnTo>
                <a:lnTo>
                  <a:pt x="17096" y="326793"/>
                </a:lnTo>
                <a:lnTo>
                  <a:pt x="12855" y="323235"/>
                </a:lnTo>
                <a:lnTo>
                  <a:pt x="11927" y="322050"/>
                </a:lnTo>
                <a:lnTo>
                  <a:pt x="8349" y="317965"/>
                </a:lnTo>
                <a:lnTo>
                  <a:pt x="5301" y="313616"/>
                </a:lnTo>
                <a:lnTo>
                  <a:pt x="3048" y="308741"/>
                </a:lnTo>
                <a:lnTo>
                  <a:pt x="1325" y="303865"/>
                </a:lnTo>
                <a:lnTo>
                  <a:pt x="265" y="298726"/>
                </a:lnTo>
                <a:lnTo>
                  <a:pt x="0" y="293719"/>
                </a:lnTo>
                <a:lnTo>
                  <a:pt x="265" y="288448"/>
                </a:lnTo>
                <a:lnTo>
                  <a:pt x="1325" y="283572"/>
                </a:lnTo>
                <a:lnTo>
                  <a:pt x="3048" y="278697"/>
                </a:lnTo>
                <a:lnTo>
                  <a:pt x="5301" y="273821"/>
                </a:lnTo>
                <a:lnTo>
                  <a:pt x="8349" y="269473"/>
                </a:lnTo>
                <a:lnTo>
                  <a:pt x="11927" y="265256"/>
                </a:lnTo>
                <a:lnTo>
                  <a:pt x="155052" y="123865"/>
                </a:lnTo>
                <a:lnTo>
                  <a:pt x="157172" y="122284"/>
                </a:lnTo>
                <a:lnTo>
                  <a:pt x="159557" y="121230"/>
                </a:lnTo>
                <a:lnTo>
                  <a:pt x="162208" y="120966"/>
                </a:lnTo>
                <a:lnTo>
                  <a:pt x="164726" y="121230"/>
                </a:lnTo>
                <a:lnTo>
                  <a:pt x="167244" y="122284"/>
                </a:lnTo>
                <a:lnTo>
                  <a:pt x="169497" y="123865"/>
                </a:lnTo>
                <a:lnTo>
                  <a:pt x="220783" y="174597"/>
                </a:lnTo>
                <a:lnTo>
                  <a:pt x="318055" y="78536"/>
                </a:lnTo>
                <a:lnTo>
                  <a:pt x="338993" y="57848"/>
                </a:lnTo>
                <a:lnTo>
                  <a:pt x="287707" y="7116"/>
                </a:lnTo>
                <a:lnTo>
                  <a:pt x="286382" y="5403"/>
                </a:lnTo>
                <a:lnTo>
                  <a:pt x="285587" y="3953"/>
                </a:lnTo>
                <a:lnTo>
                  <a:pt x="285454" y="2636"/>
                </a:lnTo>
                <a:lnTo>
                  <a:pt x="285852" y="1581"/>
                </a:lnTo>
                <a:lnTo>
                  <a:pt x="286912" y="791"/>
                </a:lnTo>
                <a:lnTo>
                  <a:pt x="288502" y="2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16" tIns="45708" rIns="91416" bIns="45708" numCol="1" anchor="t" anchorCtr="0" compatLnSpc="1">
            <a:noAutofit/>
          </a:bodyPr>
          <a:lstStyle/>
          <a:p>
            <a:endParaRPr lang="en-IN" sz="2800" dirty="0"/>
          </a:p>
        </p:txBody>
      </p:sp>
      <p:grpSp>
        <p:nvGrpSpPr>
          <p:cNvPr id="65" name="Group 87">
            <a:extLst>
              <a:ext uri="{FF2B5EF4-FFF2-40B4-BE49-F238E27FC236}">
                <a16:creationId xmlns:a16="http://schemas.microsoft.com/office/drawing/2014/main" id="{1E377A22-7510-ABE4-7327-6A0CFD24BCC4}"/>
              </a:ext>
            </a:extLst>
          </p:cNvPr>
          <p:cNvGrpSpPr/>
          <p:nvPr/>
        </p:nvGrpSpPr>
        <p:grpSpPr>
          <a:xfrm>
            <a:off x="1452646" y="2385183"/>
            <a:ext cx="541464" cy="485873"/>
            <a:chOff x="3270126" y="2762664"/>
            <a:chExt cx="684000" cy="613776"/>
          </a:xfrm>
          <a:solidFill>
            <a:schemeClr val="bg1"/>
          </a:solidFill>
        </p:grpSpPr>
        <p:sp>
          <p:nvSpPr>
            <p:cNvPr id="66" name="Freeform 51">
              <a:extLst>
                <a:ext uri="{FF2B5EF4-FFF2-40B4-BE49-F238E27FC236}">
                  <a16:creationId xmlns:a16="http://schemas.microsoft.com/office/drawing/2014/main" id="{902714F2-5BEF-8D8B-2E39-B21C77DC2163}"/>
                </a:ext>
              </a:extLst>
            </p:cNvPr>
            <p:cNvSpPr/>
            <p:nvPr/>
          </p:nvSpPr>
          <p:spPr bwMode="auto">
            <a:xfrm>
              <a:off x="3387901" y="2872777"/>
              <a:ext cx="294437" cy="55057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7" name="Freeform 52">
              <a:extLst>
                <a:ext uri="{FF2B5EF4-FFF2-40B4-BE49-F238E27FC236}">
                  <a16:creationId xmlns:a16="http://schemas.microsoft.com/office/drawing/2014/main" id="{21C7A517-5520-220D-EF22-5A9C8F188215}"/>
                </a:ext>
              </a:extLst>
            </p:cNvPr>
            <p:cNvSpPr/>
            <p:nvPr/>
          </p:nvSpPr>
          <p:spPr bwMode="auto">
            <a:xfrm>
              <a:off x="3387901" y="2976771"/>
              <a:ext cx="294437" cy="55057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8" name="Freeform 53">
              <a:extLst>
                <a:ext uri="{FF2B5EF4-FFF2-40B4-BE49-F238E27FC236}">
                  <a16:creationId xmlns:a16="http://schemas.microsoft.com/office/drawing/2014/main" id="{E18F0284-580D-8BE8-205F-160BE5E9BE61}"/>
                </a:ext>
              </a:extLst>
            </p:cNvPr>
            <p:cNvSpPr/>
            <p:nvPr/>
          </p:nvSpPr>
          <p:spPr bwMode="auto">
            <a:xfrm>
              <a:off x="3387901" y="3080767"/>
              <a:ext cx="178928" cy="57095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69" name="Freeform 54">
              <a:extLst>
                <a:ext uri="{FF2B5EF4-FFF2-40B4-BE49-F238E27FC236}">
                  <a16:creationId xmlns:a16="http://schemas.microsoft.com/office/drawing/2014/main" id="{A7616D35-DA4C-1D48-3F3F-AF735AE5ED3C}"/>
                </a:ext>
              </a:extLst>
            </p:cNvPr>
            <p:cNvSpPr/>
            <p:nvPr/>
          </p:nvSpPr>
          <p:spPr bwMode="auto">
            <a:xfrm>
              <a:off x="3270126" y="2762664"/>
              <a:ext cx="529987" cy="613776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70" name="Freeform 55">
              <a:extLst>
                <a:ext uri="{FF2B5EF4-FFF2-40B4-BE49-F238E27FC236}">
                  <a16:creationId xmlns:a16="http://schemas.microsoft.com/office/drawing/2014/main" id="{AD653265-FBDE-90BD-46F2-9E9883F50145}"/>
                </a:ext>
              </a:extLst>
            </p:cNvPr>
            <p:cNvSpPr/>
            <p:nvPr/>
          </p:nvSpPr>
          <p:spPr bwMode="auto">
            <a:xfrm>
              <a:off x="3627980" y="2831994"/>
              <a:ext cx="326146" cy="438412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  <p:sp>
          <p:nvSpPr>
            <p:cNvPr id="71" name="Freeform 56">
              <a:extLst>
                <a:ext uri="{FF2B5EF4-FFF2-40B4-BE49-F238E27FC236}">
                  <a16:creationId xmlns:a16="http://schemas.microsoft.com/office/drawing/2014/main" id="{3C032681-05CB-6848-9001-1A63159502D6}"/>
                </a:ext>
              </a:extLst>
            </p:cNvPr>
            <p:cNvSpPr/>
            <p:nvPr/>
          </p:nvSpPr>
          <p:spPr bwMode="auto">
            <a:xfrm>
              <a:off x="3369782" y="3184761"/>
              <a:ext cx="237815" cy="108074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en-IN" sz="2800" dirty="0"/>
            </a:p>
          </p:txBody>
        </p:sp>
      </p:grpSp>
      <p:sp>
        <p:nvSpPr>
          <p:cNvPr id="72" name="Freeform 47">
            <a:extLst>
              <a:ext uri="{FF2B5EF4-FFF2-40B4-BE49-F238E27FC236}">
                <a16:creationId xmlns:a16="http://schemas.microsoft.com/office/drawing/2014/main" id="{3AEF4E97-0C67-F7D5-04CA-14E72FD45005}"/>
              </a:ext>
            </a:extLst>
          </p:cNvPr>
          <p:cNvSpPr/>
          <p:nvPr/>
        </p:nvSpPr>
        <p:spPr bwMode="auto">
          <a:xfrm>
            <a:off x="3604429" y="4804645"/>
            <a:ext cx="565092" cy="567090"/>
          </a:xfrm>
          <a:custGeom>
            <a:avLst/>
            <a:gdLst>
              <a:gd name="connsiteX0" fmla="*/ 405475 w 898525"/>
              <a:gd name="connsiteY0" fmla="*/ 296862 h 901700"/>
              <a:gd name="connsiteX1" fmla="*/ 423671 w 898525"/>
              <a:gd name="connsiteY1" fmla="*/ 297916 h 901700"/>
              <a:gd name="connsiteX2" fmla="*/ 440812 w 898525"/>
              <a:gd name="connsiteY2" fmla="*/ 300288 h 901700"/>
              <a:gd name="connsiteX3" fmla="*/ 457689 w 898525"/>
              <a:gd name="connsiteY3" fmla="*/ 303977 h 901700"/>
              <a:gd name="connsiteX4" fmla="*/ 474039 w 898525"/>
              <a:gd name="connsiteY4" fmla="*/ 309248 h 901700"/>
              <a:gd name="connsiteX5" fmla="*/ 489598 w 898525"/>
              <a:gd name="connsiteY5" fmla="*/ 315836 h 901700"/>
              <a:gd name="connsiteX6" fmla="*/ 488015 w 898525"/>
              <a:gd name="connsiteY6" fmla="*/ 317418 h 901700"/>
              <a:gd name="connsiteX7" fmla="*/ 413386 w 898525"/>
              <a:gd name="connsiteY7" fmla="*/ 391998 h 901700"/>
              <a:gd name="connsiteX8" fmla="*/ 405475 w 898525"/>
              <a:gd name="connsiteY8" fmla="*/ 391734 h 901700"/>
              <a:gd name="connsiteX9" fmla="*/ 392553 w 898525"/>
              <a:gd name="connsiteY9" fmla="*/ 392525 h 901700"/>
              <a:gd name="connsiteX10" fmla="*/ 379895 w 898525"/>
              <a:gd name="connsiteY10" fmla="*/ 395160 h 901700"/>
              <a:gd name="connsiteX11" fmla="*/ 367764 w 898525"/>
              <a:gd name="connsiteY11" fmla="*/ 398850 h 901700"/>
              <a:gd name="connsiteX12" fmla="*/ 356425 w 898525"/>
              <a:gd name="connsiteY12" fmla="*/ 404120 h 901700"/>
              <a:gd name="connsiteX13" fmla="*/ 345876 w 898525"/>
              <a:gd name="connsiteY13" fmla="*/ 410445 h 901700"/>
              <a:gd name="connsiteX14" fmla="*/ 336119 w 898525"/>
              <a:gd name="connsiteY14" fmla="*/ 418088 h 901700"/>
              <a:gd name="connsiteX15" fmla="*/ 327417 w 898525"/>
              <a:gd name="connsiteY15" fmla="*/ 426784 h 901700"/>
              <a:gd name="connsiteX16" fmla="*/ 319769 w 898525"/>
              <a:gd name="connsiteY16" fmla="*/ 436535 h 901700"/>
              <a:gd name="connsiteX17" fmla="*/ 313177 w 898525"/>
              <a:gd name="connsiteY17" fmla="*/ 447076 h 901700"/>
              <a:gd name="connsiteX18" fmla="*/ 307903 w 898525"/>
              <a:gd name="connsiteY18" fmla="*/ 458408 h 901700"/>
              <a:gd name="connsiteX19" fmla="*/ 304211 w 898525"/>
              <a:gd name="connsiteY19" fmla="*/ 470531 h 901700"/>
              <a:gd name="connsiteX20" fmla="*/ 302101 w 898525"/>
              <a:gd name="connsiteY20" fmla="*/ 482917 h 901700"/>
              <a:gd name="connsiteX21" fmla="*/ 301310 w 898525"/>
              <a:gd name="connsiteY21" fmla="*/ 496094 h 901700"/>
              <a:gd name="connsiteX22" fmla="*/ 302101 w 898525"/>
              <a:gd name="connsiteY22" fmla="*/ 509270 h 901700"/>
              <a:gd name="connsiteX23" fmla="*/ 304211 w 898525"/>
              <a:gd name="connsiteY23" fmla="*/ 521656 h 901700"/>
              <a:gd name="connsiteX24" fmla="*/ 307903 w 898525"/>
              <a:gd name="connsiteY24" fmla="*/ 534042 h 901700"/>
              <a:gd name="connsiteX25" fmla="*/ 313177 w 898525"/>
              <a:gd name="connsiteY25" fmla="*/ 545374 h 901700"/>
              <a:gd name="connsiteX26" fmla="*/ 319769 w 898525"/>
              <a:gd name="connsiteY26" fmla="*/ 555916 h 901700"/>
              <a:gd name="connsiteX27" fmla="*/ 327417 w 898525"/>
              <a:gd name="connsiteY27" fmla="*/ 565403 h 901700"/>
              <a:gd name="connsiteX28" fmla="*/ 336119 w 898525"/>
              <a:gd name="connsiteY28" fmla="*/ 574100 h 901700"/>
              <a:gd name="connsiteX29" fmla="*/ 345613 w 898525"/>
              <a:gd name="connsiteY29" fmla="*/ 581742 h 901700"/>
              <a:gd name="connsiteX30" fmla="*/ 356425 w 898525"/>
              <a:gd name="connsiteY30" fmla="*/ 588330 h 901700"/>
              <a:gd name="connsiteX31" fmla="*/ 367501 w 898525"/>
              <a:gd name="connsiteY31" fmla="*/ 593601 h 901700"/>
              <a:gd name="connsiteX32" fmla="*/ 379895 w 898525"/>
              <a:gd name="connsiteY32" fmla="*/ 597291 h 901700"/>
              <a:gd name="connsiteX33" fmla="*/ 392553 w 898525"/>
              <a:gd name="connsiteY33" fmla="*/ 599926 h 901700"/>
              <a:gd name="connsiteX34" fmla="*/ 405475 w 898525"/>
              <a:gd name="connsiteY34" fmla="*/ 600716 h 901700"/>
              <a:gd name="connsiteX35" fmla="*/ 418660 w 898525"/>
              <a:gd name="connsiteY35" fmla="*/ 599926 h 901700"/>
              <a:gd name="connsiteX36" fmla="*/ 431318 w 898525"/>
              <a:gd name="connsiteY36" fmla="*/ 597291 h 901700"/>
              <a:gd name="connsiteX37" fmla="*/ 443185 w 898525"/>
              <a:gd name="connsiteY37" fmla="*/ 593601 h 901700"/>
              <a:gd name="connsiteX38" fmla="*/ 454788 w 898525"/>
              <a:gd name="connsiteY38" fmla="*/ 588330 h 901700"/>
              <a:gd name="connsiteX39" fmla="*/ 465073 w 898525"/>
              <a:gd name="connsiteY39" fmla="*/ 581742 h 901700"/>
              <a:gd name="connsiteX40" fmla="*/ 474830 w 898525"/>
              <a:gd name="connsiteY40" fmla="*/ 574100 h 901700"/>
              <a:gd name="connsiteX41" fmla="*/ 483796 w 898525"/>
              <a:gd name="connsiteY41" fmla="*/ 565403 h 901700"/>
              <a:gd name="connsiteX42" fmla="*/ 491444 w 898525"/>
              <a:gd name="connsiteY42" fmla="*/ 555916 h 901700"/>
              <a:gd name="connsiteX43" fmla="*/ 497773 w 898525"/>
              <a:gd name="connsiteY43" fmla="*/ 545374 h 901700"/>
              <a:gd name="connsiteX44" fmla="*/ 503047 w 898525"/>
              <a:gd name="connsiteY44" fmla="*/ 534042 h 901700"/>
              <a:gd name="connsiteX45" fmla="*/ 507003 w 898525"/>
              <a:gd name="connsiteY45" fmla="*/ 521656 h 901700"/>
              <a:gd name="connsiteX46" fmla="*/ 509112 w 898525"/>
              <a:gd name="connsiteY46" fmla="*/ 509270 h 901700"/>
              <a:gd name="connsiteX47" fmla="*/ 509903 w 898525"/>
              <a:gd name="connsiteY47" fmla="*/ 496094 h 901700"/>
              <a:gd name="connsiteX48" fmla="*/ 509640 w 898525"/>
              <a:gd name="connsiteY48" fmla="*/ 488188 h 901700"/>
              <a:gd name="connsiteX49" fmla="*/ 584533 w 898525"/>
              <a:gd name="connsiteY49" fmla="*/ 413608 h 901700"/>
              <a:gd name="connsiteX50" fmla="*/ 585851 w 898525"/>
              <a:gd name="connsiteY50" fmla="*/ 412026 h 901700"/>
              <a:gd name="connsiteX51" fmla="*/ 592444 w 898525"/>
              <a:gd name="connsiteY51" fmla="*/ 427838 h 901700"/>
              <a:gd name="connsiteX52" fmla="*/ 597982 w 898525"/>
              <a:gd name="connsiteY52" fmla="*/ 443914 h 901700"/>
              <a:gd name="connsiteX53" fmla="*/ 601410 w 898525"/>
              <a:gd name="connsiteY53" fmla="*/ 460780 h 901700"/>
              <a:gd name="connsiteX54" fmla="*/ 603783 w 898525"/>
              <a:gd name="connsiteY54" fmla="*/ 478437 h 901700"/>
              <a:gd name="connsiteX55" fmla="*/ 604838 w 898525"/>
              <a:gd name="connsiteY55" fmla="*/ 496094 h 901700"/>
              <a:gd name="connsiteX56" fmla="*/ 603783 w 898525"/>
              <a:gd name="connsiteY56" fmla="*/ 514277 h 901700"/>
              <a:gd name="connsiteX57" fmla="*/ 601410 w 898525"/>
              <a:gd name="connsiteY57" fmla="*/ 531934 h 901700"/>
              <a:gd name="connsiteX58" fmla="*/ 597718 w 898525"/>
              <a:gd name="connsiteY58" fmla="*/ 549064 h 901700"/>
              <a:gd name="connsiteX59" fmla="*/ 592180 w 898525"/>
              <a:gd name="connsiteY59" fmla="*/ 565666 h 901700"/>
              <a:gd name="connsiteX60" fmla="*/ 585588 w 898525"/>
              <a:gd name="connsiteY60" fmla="*/ 581479 h 901700"/>
              <a:gd name="connsiteX61" fmla="*/ 577413 w 898525"/>
              <a:gd name="connsiteY61" fmla="*/ 596500 h 901700"/>
              <a:gd name="connsiteX62" fmla="*/ 568447 w 898525"/>
              <a:gd name="connsiteY62" fmla="*/ 610994 h 901700"/>
              <a:gd name="connsiteX63" fmla="*/ 557898 w 898525"/>
              <a:gd name="connsiteY63" fmla="*/ 624435 h 901700"/>
              <a:gd name="connsiteX64" fmla="*/ 546295 w 898525"/>
              <a:gd name="connsiteY64" fmla="*/ 637084 h 901700"/>
              <a:gd name="connsiteX65" fmla="*/ 533901 w 898525"/>
              <a:gd name="connsiteY65" fmla="*/ 648416 h 901700"/>
              <a:gd name="connsiteX66" fmla="*/ 520188 w 898525"/>
              <a:gd name="connsiteY66" fmla="*/ 658957 h 901700"/>
              <a:gd name="connsiteX67" fmla="*/ 506211 w 898525"/>
              <a:gd name="connsiteY67" fmla="*/ 668181 h 901700"/>
              <a:gd name="connsiteX68" fmla="*/ 491180 w 898525"/>
              <a:gd name="connsiteY68" fmla="*/ 676087 h 901700"/>
              <a:gd name="connsiteX69" fmla="*/ 474830 w 898525"/>
              <a:gd name="connsiteY69" fmla="*/ 682939 h 901700"/>
              <a:gd name="connsiteX70" fmla="*/ 458480 w 898525"/>
              <a:gd name="connsiteY70" fmla="*/ 688210 h 901700"/>
              <a:gd name="connsiteX71" fmla="*/ 441339 w 898525"/>
              <a:gd name="connsiteY71" fmla="*/ 691899 h 901700"/>
              <a:gd name="connsiteX72" fmla="*/ 423671 w 898525"/>
              <a:gd name="connsiteY72" fmla="*/ 694271 h 901700"/>
              <a:gd name="connsiteX73" fmla="*/ 405475 w 898525"/>
              <a:gd name="connsiteY73" fmla="*/ 695325 h 901700"/>
              <a:gd name="connsiteX74" fmla="*/ 387542 w 898525"/>
              <a:gd name="connsiteY74" fmla="*/ 694271 h 901700"/>
              <a:gd name="connsiteX75" fmla="*/ 369874 w 898525"/>
              <a:gd name="connsiteY75" fmla="*/ 691899 h 901700"/>
              <a:gd name="connsiteX76" fmla="*/ 352469 w 898525"/>
              <a:gd name="connsiteY76" fmla="*/ 688210 h 901700"/>
              <a:gd name="connsiteX77" fmla="*/ 336119 w 898525"/>
              <a:gd name="connsiteY77" fmla="*/ 682675 h 901700"/>
              <a:gd name="connsiteX78" fmla="*/ 320297 w 898525"/>
              <a:gd name="connsiteY78" fmla="*/ 676087 h 901700"/>
              <a:gd name="connsiteX79" fmla="*/ 305002 w 898525"/>
              <a:gd name="connsiteY79" fmla="*/ 668181 h 901700"/>
              <a:gd name="connsiteX80" fmla="*/ 290761 w 898525"/>
              <a:gd name="connsiteY80" fmla="*/ 658957 h 901700"/>
              <a:gd name="connsiteX81" fmla="*/ 277312 w 898525"/>
              <a:gd name="connsiteY81" fmla="*/ 648416 h 901700"/>
              <a:gd name="connsiteX82" fmla="*/ 264918 w 898525"/>
              <a:gd name="connsiteY82" fmla="*/ 637084 h 901700"/>
              <a:gd name="connsiteX83" fmla="*/ 253315 w 898525"/>
              <a:gd name="connsiteY83" fmla="*/ 624435 h 901700"/>
              <a:gd name="connsiteX84" fmla="*/ 243030 w 898525"/>
              <a:gd name="connsiteY84" fmla="*/ 610731 h 901700"/>
              <a:gd name="connsiteX85" fmla="*/ 233801 w 898525"/>
              <a:gd name="connsiteY85" fmla="*/ 596500 h 901700"/>
              <a:gd name="connsiteX86" fmla="*/ 225889 w 898525"/>
              <a:gd name="connsiteY86" fmla="*/ 581479 h 901700"/>
              <a:gd name="connsiteX87" fmla="*/ 219033 w 898525"/>
              <a:gd name="connsiteY87" fmla="*/ 565403 h 901700"/>
              <a:gd name="connsiteX88" fmla="*/ 213495 w 898525"/>
              <a:gd name="connsiteY88" fmla="*/ 549064 h 901700"/>
              <a:gd name="connsiteX89" fmla="*/ 209539 w 898525"/>
              <a:gd name="connsiteY89" fmla="*/ 531934 h 901700"/>
              <a:gd name="connsiteX90" fmla="*/ 207166 w 898525"/>
              <a:gd name="connsiteY90" fmla="*/ 514014 h 901700"/>
              <a:gd name="connsiteX91" fmla="*/ 206375 w 898525"/>
              <a:gd name="connsiteY91" fmla="*/ 496094 h 901700"/>
              <a:gd name="connsiteX92" fmla="*/ 207166 w 898525"/>
              <a:gd name="connsiteY92" fmla="*/ 478173 h 901700"/>
              <a:gd name="connsiteX93" fmla="*/ 209539 w 898525"/>
              <a:gd name="connsiteY93" fmla="*/ 460253 h 901700"/>
              <a:gd name="connsiteX94" fmla="*/ 213495 w 898525"/>
              <a:gd name="connsiteY94" fmla="*/ 443123 h 901700"/>
              <a:gd name="connsiteX95" fmla="*/ 219033 w 898525"/>
              <a:gd name="connsiteY95" fmla="*/ 426784 h 901700"/>
              <a:gd name="connsiteX96" fmla="*/ 225889 w 898525"/>
              <a:gd name="connsiteY96" fmla="*/ 410972 h 901700"/>
              <a:gd name="connsiteX97" fmla="*/ 233801 w 898525"/>
              <a:gd name="connsiteY97" fmla="*/ 395687 h 901700"/>
              <a:gd name="connsiteX98" fmla="*/ 243030 w 898525"/>
              <a:gd name="connsiteY98" fmla="*/ 381456 h 901700"/>
              <a:gd name="connsiteX99" fmla="*/ 253315 w 898525"/>
              <a:gd name="connsiteY99" fmla="*/ 367753 h 901700"/>
              <a:gd name="connsiteX100" fmla="*/ 264918 w 898525"/>
              <a:gd name="connsiteY100" fmla="*/ 355367 h 901700"/>
              <a:gd name="connsiteX101" fmla="*/ 277312 w 898525"/>
              <a:gd name="connsiteY101" fmla="*/ 344035 h 901700"/>
              <a:gd name="connsiteX102" fmla="*/ 290761 w 898525"/>
              <a:gd name="connsiteY102" fmla="*/ 333493 h 901700"/>
              <a:gd name="connsiteX103" fmla="*/ 305002 w 898525"/>
              <a:gd name="connsiteY103" fmla="*/ 324270 h 901700"/>
              <a:gd name="connsiteX104" fmla="*/ 320297 w 898525"/>
              <a:gd name="connsiteY104" fmla="*/ 316100 h 901700"/>
              <a:gd name="connsiteX105" fmla="*/ 336119 w 898525"/>
              <a:gd name="connsiteY105" fmla="*/ 309512 h 901700"/>
              <a:gd name="connsiteX106" fmla="*/ 352469 w 898525"/>
              <a:gd name="connsiteY106" fmla="*/ 303977 h 901700"/>
              <a:gd name="connsiteX107" fmla="*/ 369874 w 898525"/>
              <a:gd name="connsiteY107" fmla="*/ 300288 h 901700"/>
              <a:gd name="connsiteX108" fmla="*/ 387542 w 898525"/>
              <a:gd name="connsiteY108" fmla="*/ 297916 h 901700"/>
              <a:gd name="connsiteX109" fmla="*/ 405474 w 898525"/>
              <a:gd name="connsiteY109" fmla="*/ 90487 h 901700"/>
              <a:gd name="connsiteX110" fmla="*/ 430602 w 898525"/>
              <a:gd name="connsiteY110" fmla="*/ 91280 h 901700"/>
              <a:gd name="connsiteX111" fmla="*/ 455200 w 898525"/>
              <a:gd name="connsiteY111" fmla="*/ 93659 h 901700"/>
              <a:gd name="connsiteX112" fmla="*/ 479269 w 898525"/>
              <a:gd name="connsiteY112" fmla="*/ 97095 h 901700"/>
              <a:gd name="connsiteX113" fmla="*/ 502809 w 898525"/>
              <a:gd name="connsiteY113" fmla="*/ 102382 h 901700"/>
              <a:gd name="connsiteX114" fmla="*/ 526085 w 898525"/>
              <a:gd name="connsiteY114" fmla="*/ 108990 h 901700"/>
              <a:gd name="connsiteX115" fmla="*/ 548567 w 898525"/>
              <a:gd name="connsiteY115" fmla="*/ 116655 h 901700"/>
              <a:gd name="connsiteX116" fmla="*/ 570521 w 898525"/>
              <a:gd name="connsiteY116" fmla="*/ 125642 h 901700"/>
              <a:gd name="connsiteX117" fmla="*/ 591945 w 898525"/>
              <a:gd name="connsiteY117" fmla="*/ 135687 h 901700"/>
              <a:gd name="connsiteX118" fmla="*/ 591416 w 898525"/>
              <a:gd name="connsiteY118" fmla="*/ 142823 h 901700"/>
              <a:gd name="connsiteX119" fmla="*/ 591681 w 898525"/>
              <a:gd name="connsiteY119" fmla="*/ 149960 h 901700"/>
              <a:gd name="connsiteX120" fmla="*/ 596177 w 898525"/>
              <a:gd name="connsiteY120" fmla="*/ 209169 h 901700"/>
              <a:gd name="connsiteX121" fmla="*/ 562586 w 898525"/>
              <a:gd name="connsiteY121" fmla="*/ 242474 h 901700"/>
              <a:gd name="connsiteX122" fmla="*/ 545129 w 898525"/>
              <a:gd name="connsiteY122" fmla="*/ 232694 h 901700"/>
              <a:gd name="connsiteX123" fmla="*/ 526879 w 898525"/>
              <a:gd name="connsiteY123" fmla="*/ 223707 h 901700"/>
              <a:gd name="connsiteX124" fmla="*/ 508099 w 898525"/>
              <a:gd name="connsiteY124" fmla="*/ 216041 h 901700"/>
              <a:gd name="connsiteX125" fmla="*/ 488527 w 898525"/>
              <a:gd name="connsiteY125" fmla="*/ 209698 h 901700"/>
              <a:gd name="connsiteX126" fmla="*/ 468689 w 898525"/>
              <a:gd name="connsiteY126" fmla="*/ 204675 h 901700"/>
              <a:gd name="connsiteX127" fmla="*/ 448058 w 898525"/>
              <a:gd name="connsiteY127" fmla="*/ 200975 h 901700"/>
              <a:gd name="connsiteX128" fmla="*/ 426899 w 898525"/>
              <a:gd name="connsiteY128" fmla="*/ 198860 h 901700"/>
              <a:gd name="connsiteX129" fmla="*/ 405474 w 898525"/>
              <a:gd name="connsiteY129" fmla="*/ 197803 h 901700"/>
              <a:gd name="connsiteX130" fmla="*/ 383256 w 898525"/>
              <a:gd name="connsiteY130" fmla="*/ 198860 h 901700"/>
              <a:gd name="connsiteX131" fmla="*/ 361303 w 898525"/>
              <a:gd name="connsiteY131" fmla="*/ 201239 h 901700"/>
              <a:gd name="connsiteX132" fmla="*/ 340408 w 898525"/>
              <a:gd name="connsiteY132" fmla="*/ 204940 h 901700"/>
              <a:gd name="connsiteX133" fmla="*/ 319513 w 898525"/>
              <a:gd name="connsiteY133" fmla="*/ 210491 h 901700"/>
              <a:gd name="connsiteX134" fmla="*/ 299146 w 898525"/>
              <a:gd name="connsiteY134" fmla="*/ 217363 h 901700"/>
              <a:gd name="connsiteX135" fmla="*/ 279838 w 898525"/>
              <a:gd name="connsiteY135" fmla="*/ 225557 h 901700"/>
              <a:gd name="connsiteX136" fmla="*/ 261059 w 898525"/>
              <a:gd name="connsiteY136" fmla="*/ 235073 h 901700"/>
              <a:gd name="connsiteX137" fmla="*/ 243337 w 898525"/>
              <a:gd name="connsiteY137" fmla="*/ 246174 h 901700"/>
              <a:gd name="connsiteX138" fmla="*/ 226145 w 898525"/>
              <a:gd name="connsiteY138" fmla="*/ 257805 h 901700"/>
              <a:gd name="connsiteX139" fmla="*/ 210011 w 898525"/>
              <a:gd name="connsiteY139" fmla="*/ 271021 h 901700"/>
              <a:gd name="connsiteX140" fmla="*/ 194934 w 898525"/>
              <a:gd name="connsiteY140" fmla="*/ 285294 h 901700"/>
              <a:gd name="connsiteX141" fmla="*/ 180651 w 898525"/>
              <a:gd name="connsiteY141" fmla="*/ 300361 h 901700"/>
              <a:gd name="connsiteX142" fmla="*/ 167427 w 898525"/>
              <a:gd name="connsiteY142" fmla="*/ 316749 h 901700"/>
              <a:gd name="connsiteX143" fmla="*/ 155260 w 898525"/>
              <a:gd name="connsiteY143" fmla="*/ 333666 h 901700"/>
              <a:gd name="connsiteX144" fmla="*/ 144680 w 898525"/>
              <a:gd name="connsiteY144" fmla="*/ 351640 h 901700"/>
              <a:gd name="connsiteX145" fmla="*/ 135158 w 898525"/>
              <a:gd name="connsiteY145" fmla="*/ 370407 h 901700"/>
              <a:gd name="connsiteX146" fmla="*/ 126959 w 898525"/>
              <a:gd name="connsiteY146" fmla="*/ 389967 h 901700"/>
              <a:gd name="connsiteX147" fmla="*/ 120082 w 898525"/>
              <a:gd name="connsiteY147" fmla="*/ 410056 h 901700"/>
              <a:gd name="connsiteX148" fmla="*/ 114527 w 898525"/>
              <a:gd name="connsiteY148" fmla="*/ 430673 h 901700"/>
              <a:gd name="connsiteX149" fmla="*/ 110824 w 898525"/>
              <a:gd name="connsiteY149" fmla="*/ 452083 h 901700"/>
              <a:gd name="connsiteX150" fmla="*/ 108179 w 898525"/>
              <a:gd name="connsiteY150" fmla="*/ 473758 h 901700"/>
              <a:gd name="connsiteX151" fmla="*/ 107386 w 898525"/>
              <a:gd name="connsiteY151" fmla="*/ 495961 h 901700"/>
              <a:gd name="connsiteX152" fmla="*/ 108179 w 898525"/>
              <a:gd name="connsiteY152" fmla="*/ 518429 h 901700"/>
              <a:gd name="connsiteX153" fmla="*/ 110824 w 898525"/>
              <a:gd name="connsiteY153" fmla="*/ 540104 h 901700"/>
              <a:gd name="connsiteX154" fmla="*/ 114527 w 898525"/>
              <a:gd name="connsiteY154" fmla="*/ 561514 h 901700"/>
              <a:gd name="connsiteX155" fmla="*/ 120082 w 898525"/>
              <a:gd name="connsiteY155" fmla="*/ 582131 h 901700"/>
              <a:gd name="connsiteX156" fmla="*/ 126959 w 898525"/>
              <a:gd name="connsiteY156" fmla="*/ 602220 h 901700"/>
              <a:gd name="connsiteX157" fmla="*/ 135158 w 898525"/>
              <a:gd name="connsiteY157" fmla="*/ 621780 h 901700"/>
              <a:gd name="connsiteX158" fmla="*/ 144680 w 898525"/>
              <a:gd name="connsiteY158" fmla="*/ 640283 h 901700"/>
              <a:gd name="connsiteX159" fmla="*/ 155260 w 898525"/>
              <a:gd name="connsiteY159" fmla="*/ 658521 h 901700"/>
              <a:gd name="connsiteX160" fmla="*/ 167427 w 898525"/>
              <a:gd name="connsiteY160" fmla="*/ 675438 h 901700"/>
              <a:gd name="connsiteX161" fmla="*/ 180651 w 898525"/>
              <a:gd name="connsiteY161" fmla="*/ 691562 h 901700"/>
              <a:gd name="connsiteX162" fmla="*/ 194934 w 898525"/>
              <a:gd name="connsiteY162" fmla="*/ 706893 h 901700"/>
              <a:gd name="connsiteX163" fmla="*/ 210011 w 898525"/>
              <a:gd name="connsiteY163" fmla="*/ 721166 h 901700"/>
              <a:gd name="connsiteX164" fmla="*/ 226409 w 898525"/>
              <a:gd name="connsiteY164" fmla="*/ 734118 h 901700"/>
              <a:gd name="connsiteX165" fmla="*/ 243337 w 898525"/>
              <a:gd name="connsiteY165" fmla="*/ 746013 h 901700"/>
              <a:gd name="connsiteX166" fmla="*/ 261059 w 898525"/>
              <a:gd name="connsiteY166" fmla="*/ 757114 h 901700"/>
              <a:gd name="connsiteX167" fmla="*/ 280102 w 898525"/>
              <a:gd name="connsiteY167" fmla="*/ 766366 h 901700"/>
              <a:gd name="connsiteX168" fmla="*/ 299411 w 898525"/>
              <a:gd name="connsiteY168" fmla="*/ 774560 h 901700"/>
              <a:gd name="connsiteX169" fmla="*/ 319513 w 898525"/>
              <a:gd name="connsiteY169" fmla="*/ 781432 h 901700"/>
              <a:gd name="connsiteX170" fmla="*/ 340408 w 898525"/>
              <a:gd name="connsiteY170" fmla="*/ 786983 h 901700"/>
              <a:gd name="connsiteX171" fmla="*/ 361832 w 898525"/>
              <a:gd name="connsiteY171" fmla="*/ 790948 h 901700"/>
              <a:gd name="connsiteX172" fmla="*/ 383256 w 898525"/>
              <a:gd name="connsiteY172" fmla="*/ 793327 h 901700"/>
              <a:gd name="connsiteX173" fmla="*/ 405474 w 898525"/>
              <a:gd name="connsiteY173" fmla="*/ 794120 h 901700"/>
              <a:gd name="connsiteX174" fmla="*/ 427957 w 898525"/>
              <a:gd name="connsiteY174" fmla="*/ 793327 h 901700"/>
              <a:gd name="connsiteX175" fmla="*/ 449645 w 898525"/>
              <a:gd name="connsiteY175" fmla="*/ 790948 h 901700"/>
              <a:gd name="connsiteX176" fmla="*/ 471070 w 898525"/>
              <a:gd name="connsiteY176" fmla="*/ 786983 h 901700"/>
              <a:gd name="connsiteX177" fmla="*/ 491965 w 898525"/>
              <a:gd name="connsiteY177" fmla="*/ 781432 h 901700"/>
              <a:gd name="connsiteX178" fmla="*/ 511802 w 898525"/>
              <a:gd name="connsiteY178" fmla="*/ 774560 h 901700"/>
              <a:gd name="connsiteX179" fmla="*/ 531375 w 898525"/>
              <a:gd name="connsiteY179" fmla="*/ 766366 h 901700"/>
              <a:gd name="connsiteX180" fmla="*/ 550154 w 898525"/>
              <a:gd name="connsiteY180" fmla="*/ 757114 h 901700"/>
              <a:gd name="connsiteX181" fmla="*/ 568140 w 898525"/>
              <a:gd name="connsiteY181" fmla="*/ 746013 h 901700"/>
              <a:gd name="connsiteX182" fmla="*/ 585068 w 898525"/>
              <a:gd name="connsiteY182" fmla="*/ 734118 h 901700"/>
              <a:gd name="connsiteX183" fmla="*/ 601202 w 898525"/>
              <a:gd name="connsiteY183" fmla="*/ 721166 h 901700"/>
              <a:gd name="connsiteX184" fmla="*/ 616543 w 898525"/>
              <a:gd name="connsiteY184" fmla="*/ 706893 h 901700"/>
              <a:gd name="connsiteX185" fmla="*/ 630826 w 898525"/>
              <a:gd name="connsiteY185" fmla="*/ 691562 h 901700"/>
              <a:gd name="connsiteX186" fmla="*/ 644051 w 898525"/>
              <a:gd name="connsiteY186" fmla="*/ 675438 h 901700"/>
              <a:gd name="connsiteX187" fmla="*/ 655689 w 898525"/>
              <a:gd name="connsiteY187" fmla="*/ 658521 h 901700"/>
              <a:gd name="connsiteX188" fmla="*/ 666798 w 898525"/>
              <a:gd name="connsiteY188" fmla="*/ 640283 h 901700"/>
              <a:gd name="connsiteX189" fmla="*/ 676055 w 898525"/>
              <a:gd name="connsiteY189" fmla="*/ 621780 h 901700"/>
              <a:gd name="connsiteX190" fmla="*/ 684255 w 898525"/>
              <a:gd name="connsiteY190" fmla="*/ 602220 h 901700"/>
              <a:gd name="connsiteX191" fmla="*/ 691396 w 898525"/>
              <a:gd name="connsiteY191" fmla="*/ 582131 h 901700"/>
              <a:gd name="connsiteX192" fmla="*/ 696686 w 898525"/>
              <a:gd name="connsiteY192" fmla="*/ 561514 h 901700"/>
              <a:gd name="connsiteX193" fmla="*/ 700653 w 898525"/>
              <a:gd name="connsiteY193" fmla="*/ 540104 h 901700"/>
              <a:gd name="connsiteX194" fmla="*/ 703034 w 898525"/>
              <a:gd name="connsiteY194" fmla="*/ 518429 h 901700"/>
              <a:gd name="connsiteX195" fmla="*/ 703827 w 898525"/>
              <a:gd name="connsiteY195" fmla="*/ 495961 h 901700"/>
              <a:gd name="connsiteX196" fmla="*/ 703034 w 898525"/>
              <a:gd name="connsiteY196" fmla="*/ 474551 h 901700"/>
              <a:gd name="connsiteX197" fmla="*/ 700918 w 898525"/>
              <a:gd name="connsiteY197" fmla="*/ 453669 h 901700"/>
              <a:gd name="connsiteX198" fmla="*/ 697215 w 898525"/>
              <a:gd name="connsiteY198" fmla="*/ 433316 h 901700"/>
              <a:gd name="connsiteX199" fmla="*/ 692189 w 898525"/>
              <a:gd name="connsiteY199" fmla="*/ 413228 h 901700"/>
              <a:gd name="connsiteX200" fmla="*/ 685842 w 898525"/>
              <a:gd name="connsiteY200" fmla="*/ 393403 h 901700"/>
              <a:gd name="connsiteX201" fmla="*/ 678171 w 898525"/>
              <a:gd name="connsiteY201" fmla="*/ 374901 h 901700"/>
              <a:gd name="connsiteX202" fmla="*/ 669178 w 898525"/>
              <a:gd name="connsiteY202" fmla="*/ 356398 h 901700"/>
              <a:gd name="connsiteX203" fmla="*/ 659392 w 898525"/>
              <a:gd name="connsiteY203" fmla="*/ 338952 h 901700"/>
              <a:gd name="connsiteX204" fmla="*/ 696157 w 898525"/>
              <a:gd name="connsiteY204" fmla="*/ 301947 h 901700"/>
              <a:gd name="connsiteX205" fmla="*/ 747734 w 898525"/>
              <a:gd name="connsiteY205" fmla="*/ 305912 h 901700"/>
              <a:gd name="connsiteX206" fmla="*/ 753817 w 898525"/>
              <a:gd name="connsiteY206" fmla="*/ 306176 h 901700"/>
              <a:gd name="connsiteX207" fmla="*/ 758843 w 898525"/>
              <a:gd name="connsiteY207" fmla="*/ 306176 h 901700"/>
              <a:gd name="connsiteX208" fmla="*/ 763604 w 898525"/>
              <a:gd name="connsiteY208" fmla="*/ 305648 h 901700"/>
              <a:gd name="connsiteX209" fmla="*/ 774713 w 898525"/>
              <a:gd name="connsiteY209" fmla="*/ 327322 h 901700"/>
              <a:gd name="connsiteX210" fmla="*/ 783970 w 898525"/>
              <a:gd name="connsiteY210" fmla="*/ 349790 h 901700"/>
              <a:gd name="connsiteX211" fmla="*/ 792169 w 898525"/>
              <a:gd name="connsiteY211" fmla="*/ 372786 h 901700"/>
              <a:gd name="connsiteX212" fmla="*/ 798782 w 898525"/>
              <a:gd name="connsiteY212" fmla="*/ 396311 h 901700"/>
              <a:gd name="connsiteX213" fmla="*/ 804336 w 898525"/>
              <a:gd name="connsiteY213" fmla="*/ 420365 h 901700"/>
              <a:gd name="connsiteX214" fmla="*/ 808039 w 898525"/>
              <a:gd name="connsiteY214" fmla="*/ 445211 h 901700"/>
              <a:gd name="connsiteX215" fmla="*/ 810420 w 898525"/>
              <a:gd name="connsiteY215" fmla="*/ 470586 h 901700"/>
              <a:gd name="connsiteX216" fmla="*/ 811213 w 898525"/>
              <a:gd name="connsiteY216" fmla="*/ 495961 h 901700"/>
              <a:gd name="connsiteX217" fmla="*/ 810155 w 898525"/>
              <a:gd name="connsiteY217" fmla="*/ 522923 h 901700"/>
              <a:gd name="connsiteX218" fmla="*/ 807775 w 898525"/>
              <a:gd name="connsiteY218" fmla="*/ 548826 h 901700"/>
              <a:gd name="connsiteX219" fmla="*/ 803807 w 898525"/>
              <a:gd name="connsiteY219" fmla="*/ 574466 h 901700"/>
              <a:gd name="connsiteX220" fmla="*/ 797988 w 898525"/>
              <a:gd name="connsiteY220" fmla="*/ 599841 h 901700"/>
              <a:gd name="connsiteX221" fmla="*/ 790582 w 898525"/>
              <a:gd name="connsiteY221" fmla="*/ 624159 h 901700"/>
              <a:gd name="connsiteX222" fmla="*/ 781854 w 898525"/>
              <a:gd name="connsiteY222" fmla="*/ 647948 h 901700"/>
              <a:gd name="connsiteX223" fmla="*/ 771539 w 898525"/>
              <a:gd name="connsiteY223" fmla="*/ 671209 h 901700"/>
              <a:gd name="connsiteX224" fmla="*/ 760165 w 898525"/>
              <a:gd name="connsiteY224" fmla="*/ 693412 h 901700"/>
              <a:gd name="connsiteX225" fmla="*/ 746940 w 898525"/>
              <a:gd name="connsiteY225" fmla="*/ 714822 h 901700"/>
              <a:gd name="connsiteX226" fmla="*/ 732922 w 898525"/>
              <a:gd name="connsiteY226" fmla="*/ 735704 h 901700"/>
              <a:gd name="connsiteX227" fmla="*/ 717581 w 898525"/>
              <a:gd name="connsiteY227" fmla="*/ 755000 h 901700"/>
              <a:gd name="connsiteX228" fmla="*/ 701182 w 898525"/>
              <a:gd name="connsiteY228" fmla="*/ 773767 h 901700"/>
              <a:gd name="connsiteX229" fmla="*/ 683461 w 898525"/>
              <a:gd name="connsiteY229" fmla="*/ 791477 h 901700"/>
              <a:gd name="connsiteX230" fmla="*/ 664682 w 898525"/>
              <a:gd name="connsiteY230" fmla="*/ 807865 h 901700"/>
              <a:gd name="connsiteX231" fmla="*/ 645109 w 898525"/>
              <a:gd name="connsiteY231" fmla="*/ 823196 h 901700"/>
              <a:gd name="connsiteX232" fmla="*/ 624478 w 898525"/>
              <a:gd name="connsiteY232" fmla="*/ 837469 h 901700"/>
              <a:gd name="connsiteX233" fmla="*/ 603054 w 898525"/>
              <a:gd name="connsiteY233" fmla="*/ 850421 h 901700"/>
              <a:gd name="connsiteX234" fmla="*/ 580572 w 898525"/>
              <a:gd name="connsiteY234" fmla="*/ 862051 h 901700"/>
              <a:gd name="connsiteX235" fmla="*/ 557560 w 898525"/>
              <a:gd name="connsiteY235" fmla="*/ 872096 h 901700"/>
              <a:gd name="connsiteX236" fmla="*/ 533756 w 898525"/>
              <a:gd name="connsiteY236" fmla="*/ 880818 h 901700"/>
              <a:gd name="connsiteX237" fmla="*/ 509422 w 898525"/>
              <a:gd name="connsiteY237" fmla="*/ 888220 h 901700"/>
              <a:gd name="connsiteX238" fmla="*/ 484295 w 898525"/>
              <a:gd name="connsiteY238" fmla="*/ 894035 h 901700"/>
              <a:gd name="connsiteX239" fmla="*/ 458374 w 898525"/>
              <a:gd name="connsiteY239" fmla="*/ 898000 h 901700"/>
              <a:gd name="connsiteX240" fmla="*/ 432189 w 898525"/>
              <a:gd name="connsiteY240" fmla="*/ 900907 h 901700"/>
              <a:gd name="connsiteX241" fmla="*/ 405474 w 898525"/>
              <a:gd name="connsiteY241" fmla="*/ 901700 h 901700"/>
              <a:gd name="connsiteX242" fmla="*/ 379024 w 898525"/>
              <a:gd name="connsiteY242" fmla="*/ 900907 h 901700"/>
              <a:gd name="connsiteX243" fmla="*/ 352575 w 898525"/>
              <a:gd name="connsiteY243" fmla="*/ 898000 h 901700"/>
              <a:gd name="connsiteX244" fmla="*/ 326918 w 898525"/>
              <a:gd name="connsiteY244" fmla="*/ 894035 h 901700"/>
              <a:gd name="connsiteX245" fmla="*/ 302056 w 898525"/>
              <a:gd name="connsiteY245" fmla="*/ 888220 h 901700"/>
              <a:gd name="connsiteX246" fmla="*/ 277193 w 898525"/>
              <a:gd name="connsiteY246" fmla="*/ 880818 h 901700"/>
              <a:gd name="connsiteX247" fmla="*/ 253388 w 898525"/>
              <a:gd name="connsiteY247" fmla="*/ 872096 h 901700"/>
              <a:gd name="connsiteX248" fmla="*/ 230377 w 898525"/>
              <a:gd name="connsiteY248" fmla="*/ 862051 h 901700"/>
              <a:gd name="connsiteX249" fmla="*/ 207895 w 898525"/>
              <a:gd name="connsiteY249" fmla="*/ 850421 h 901700"/>
              <a:gd name="connsiteX250" fmla="*/ 186735 w 898525"/>
              <a:gd name="connsiteY250" fmla="*/ 837469 h 901700"/>
              <a:gd name="connsiteX251" fmla="*/ 166104 w 898525"/>
              <a:gd name="connsiteY251" fmla="*/ 823196 h 901700"/>
              <a:gd name="connsiteX252" fmla="*/ 146267 w 898525"/>
              <a:gd name="connsiteY252" fmla="*/ 807865 h 901700"/>
              <a:gd name="connsiteX253" fmla="*/ 127752 w 898525"/>
              <a:gd name="connsiteY253" fmla="*/ 791477 h 901700"/>
              <a:gd name="connsiteX254" fmla="*/ 110031 w 898525"/>
              <a:gd name="connsiteY254" fmla="*/ 773767 h 901700"/>
              <a:gd name="connsiteX255" fmla="*/ 93367 w 898525"/>
              <a:gd name="connsiteY255" fmla="*/ 755000 h 901700"/>
              <a:gd name="connsiteX256" fmla="*/ 78027 w 898525"/>
              <a:gd name="connsiteY256" fmla="*/ 735704 h 901700"/>
              <a:gd name="connsiteX257" fmla="*/ 64008 w 898525"/>
              <a:gd name="connsiteY257" fmla="*/ 714822 h 901700"/>
              <a:gd name="connsiteX258" fmla="*/ 51312 w 898525"/>
              <a:gd name="connsiteY258" fmla="*/ 693412 h 901700"/>
              <a:gd name="connsiteX259" fmla="*/ 39674 w 898525"/>
              <a:gd name="connsiteY259" fmla="*/ 671209 h 901700"/>
              <a:gd name="connsiteX260" fmla="*/ 29359 w 898525"/>
              <a:gd name="connsiteY260" fmla="*/ 647948 h 901700"/>
              <a:gd name="connsiteX261" fmla="*/ 20631 w 898525"/>
              <a:gd name="connsiteY261" fmla="*/ 624159 h 901700"/>
              <a:gd name="connsiteX262" fmla="*/ 13489 w 898525"/>
              <a:gd name="connsiteY262" fmla="*/ 599841 h 901700"/>
              <a:gd name="connsiteX263" fmla="*/ 7670 w 898525"/>
              <a:gd name="connsiteY263" fmla="*/ 574466 h 901700"/>
              <a:gd name="connsiteX264" fmla="*/ 3174 w 898525"/>
              <a:gd name="connsiteY264" fmla="*/ 548826 h 901700"/>
              <a:gd name="connsiteX265" fmla="*/ 793 w 898525"/>
              <a:gd name="connsiteY265" fmla="*/ 522923 h 901700"/>
              <a:gd name="connsiteX266" fmla="*/ 0 w 898525"/>
              <a:gd name="connsiteY266" fmla="*/ 495961 h 901700"/>
              <a:gd name="connsiteX267" fmla="*/ 793 w 898525"/>
              <a:gd name="connsiteY267" fmla="*/ 469265 h 901700"/>
              <a:gd name="connsiteX268" fmla="*/ 3174 w 898525"/>
              <a:gd name="connsiteY268" fmla="*/ 443096 h 901700"/>
              <a:gd name="connsiteX269" fmla="*/ 7670 w 898525"/>
              <a:gd name="connsiteY269" fmla="*/ 417721 h 901700"/>
              <a:gd name="connsiteX270" fmla="*/ 13489 w 898525"/>
              <a:gd name="connsiteY270" fmla="*/ 392346 h 901700"/>
              <a:gd name="connsiteX271" fmla="*/ 20631 w 898525"/>
              <a:gd name="connsiteY271" fmla="*/ 367764 h 901700"/>
              <a:gd name="connsiteX272" fmla="*/ 29359 w 898525"/>
              <a:gd name="connsiteY272" fmla="*/ 343975 h 901700"/>
              <a:gd name="connsiteX273" fmla="*/ 39674 w 898525"/>
              <a:gd name="connsiteY273" fmla="*/ 320978 h 901700"/>
              <a:gd name="connsiteX274" fmla="*/ 51312 w 898525"/>
              <a:gd name="connsiteY274" fmla="*/ 298775 h 901700"/>
              <a:gd name="connsiteX275" fmla="*/ 64008 w 898525"/>
              <a:gd name="connsiteY275" fmla="*/ 277100 h 901700"/>
              <a:gd name="connsiteX276" fmla="*/ 78027 w 898525"/>
              <a:gd name="connsiteY276" fmla="*/ 256483 h 901700"/>
              <a:gd name="connsiteX277" fmla="*/ 93367 w 898525"/>
              <a:gd name="connsiteY277" fmla="*/ 236923 h 901700"/>
              <a:gd name="connsiteX278" fmla="*/ 110031 w 898525"/>
              <a:gd name="connsiteY278" fmla="*/ 218156 h 901700"/>
              <a:gd name="connsiteX279" fmla="*/ 127752 w 898525"/>
              <a:gd name="connsiteY279" fmla="*/ 200711 h 901700"/>
              <a:gd name="connsiteX280" fmla="*/ 146267 w 898525"/>
              <a:gd name="connsiteY280" fmla="*/ 184322 h 901700"/>
              <a:gd name="connsiteX281" fmla="*/ 166104 w 898525"/>
              <a:gd name="connsiteY281" fmla="*/ 168992 h 901700"/>
              <a:gd name="connsiteX282" fmla="*/ 186735 w 898525"/>
              <a:gd name="connsiteY282" fmla="*/ 154718 h 901700"/>
              <a:gd name="connsiteX283" fmla="*/ 207895 w 898525"/>
              <a:gd name="connsiteY283" fmla="*/ 141766 h 901700"/>
              <a:gd name="connsiteX284" fmla="*/ 230377 w 898525"/>
              <a:gd name="connsiteY284" fmla="*/ 130136 h 901700"/>
              <a:gd name="connsiteX285" fmla="*/ 253388 w 898525"/>
              <a:gd name="connsiteY285" fmla="*/ 120091 h 901700"/>
              <a:gd name="connsiteX286" fmla="*/ 277193 w 898525"/>
              <a:gd name="connsiteY286" fmla="*/ 111104 h 901700"/>
              <a:gd name="connsiteX287" fmla="*/ 301791 w 898525"/>
              <a:gd name="connsiteY287" fmla="*/ 103968 h 901700"/>
              <a:gd name="connsiteX288" fmla="*/ 326918 w 898525"/>
              <a:gd name="connsiteY288" fmla="*/ 98152 h 901700"/>
              <a:gd name="connsiteX289" fmla="*/ 352575 w 898525"/>
              <a:gd name="connsiteY289" fmla="*/ 93923 h 901700"/>
              <a:gd name="connsiteX290" fmla="*/ 378760 w 898525"/>
              <a:gd name="connsiteY290" fmla="*/ 91280 h 901700"/>
              <a:gd name="connsiteX291" fmla="*/ 748610 w 898525"/>
              <a:gd name="connsiteY291" fmla="*/ 0 h 901700"/>
              <a:gd name="connsiteX292" fmla="*/ 751523 w 898525"/>
              <a:gd name="connsiteY292" fmla="*/ 264 h 901700"/>
              <a:gd name="connsiteX293" fmla="*/ 753907 w 898525"/>
              <a:gd name="connsiteY293" fmla="*/ 1320 h 901700"/>
              <a:gd name="connsiteX294" fmla="*/ 756026 w 898525"/>
              <a:gd name="connsiteY294" fmla="*/ 3432 h 901700"/>
              <a:gd name="connsiteX295" fmla="*/ 757351 w 898525"/>
              <a:gd name="connsiteY295" fmla="*/ 5808 h 901700"/>
              <a:gd name="connsiteX296" fmla="*/ 758410 w 898525"/>
              <a:gd name="connsiteY296" fmla="*/ 8449 h 901700"/>
              <a:gd name="connsiteX297" fmla="*/ 763972 w 898525"/>
              <a:gd name="connsiteY297" fmla="*/ 81846 h 901700"/>
              <a:gd name="connsiteX298" fmla="*/ 791519 w 898525"/>
              <a:gd name="connsiteY298" fmla="*/ 54388 h 901700"/>
              <a:gd name="connsiteX299" fmla="*/ 796021 w 898525"/>
              <a:gd name="connsiteY299" fmla="*/ 50691 h 901700"/>
              <a:gd name="connsiteX300" fmla="*/ 800789 w 898525"/>
              <a:gd name="connsiteY300" fmla="*/ 48315 h 901700"/>
              <a:gd name="connsiteX301" fmla="*/ 806086 w 898525"/>
              <a:gd name="connsiteY301" fmla="*/ 46467 h 901700"/>
              <a:gd name="connsiteX302" fmla="*/ 811384 w 898525"/>
              <a:gd name="connsiteY302" fmla="*/ 46203 h 901700"/>
              <a:gd name="connsiteX303" fmla="*/ 816681 w 898525"/>
              <a:gd name="connsiteY303" fmla="*/ 46467 h 901700"/>
              <a:gd name="connsiteX304" fmla="*/ 821978 w 898525"/>
              <a:gd name="connsiteY304" fmla="*/ 48315 h 901700"/>
              <a:gd name="connsiteX305" fmla="*/ 827011 w 898525"/>
              <a:gd name="connsiteY305" fmla="*/ 50691 h 901700"/>
              <a:gd name="connsiteX306" fmla="*/ 831249 w 898525"/>
              <a:gd name="connsiteY306" fmla="*/ 54388 h 901700"/>
              <a:gd name="connsiteX307" fmla="*/ 847671 w 898525"/>
              <a:gd name="connsiteY307" fmla="*/ 71285 h 901700"/>
              <a:gd name="connsiteX308" fmla="*/ 851908 w 898525"/>
              <a:gd name="connsiteY308" fmla="*/ 76037 h 901700"/>
              <a:gd name="connsiteX309" fmla="*/ 854557 w 898525"/>
              <a:gd name="connsiteY309" fmla="*/ 81846 h 901700"/>
              <a:gd name="connsiteX310" fmla="*/ 855881 w 898525"/>
              <a:gd name="connsiteY310" fmla="*/ 87918 h 901700"/>
              <a:gd name="connsiteX311" fmla="*/ 855881 w 898525"/>
              <a:gd name="connsiteY311" fmla="*/ 93990 h 901700"/>
              <a:gd name="connsiteX312" fmla="*/ 854557 w 898525"/>
              <a:gd name="connsiteY312" fmla="*/ 99799 h 901700"/>
              <a:gd name="connsiteX313" fmla="*/ 851908 w 898525"/>
              <a:gd name="connsiteY313" fmla="*/ 105607 h 901700"/>
              <a:gd name="connsiteX314" fmla="*/ 847671 w 898525"/>
              <a:gd name="connsiteY314" fmla="*/ 110887 h 901700"/>
              <a:gd name="connsiteX315" fmla="*/ 823832 w 898525"/>
              <a:gd name="connsiteY315" fmla="*/ 134649 h 901700"/>
              <a:gd name="connsiteX316" fmla="*/ 889785 w 898525"/>
              <a:gd name="connsiteY316" fmla="*/ 139929 h 901700"/>
              <a:gd name="connsiteX317" fmla="*/ 892698 w 898525"/>
              <a:gd name="connsiteY317" fmla="*/ 140721 h 901700"/>
              <a:gd name="connsiteX318" fmla="*/ 895612 w 898525"/>
              <a:gd name="connsiteY318" fmla="*/ 142306 h 901700"/>
              <a:gd name="connsiteX319" fmla="*/ 897201 w 898525"/>
              <a:gd name="connsiteY319" fmla="*/ 144418 h 901700"/>
              <a:gd name="connsiteX320" fmla="*/ 898260 w 898525"/>
              <a:gd name="connsiteY320" fmla="*/ 147586 h 901700"/>
              <a:gd name="connsiteX321" fmla="*/ 898525 w 898525"/>
              <a:gd name="connsiteY321" fmla="*/ 150226 h 901700"/>
              <a:gd name="connsiteX322" fmla="*/ 897731 w 898525"/>
              <a:gd name="connsiteY322" fmla="*/ 153130 h 901700"/>
              <a:gd name="connsiteX323" fmla="*/ 895877 w 898525"/>
              <a:gd name="connsiteY323" fmla="*/ 156034 h 901700"/>
              <a:gd name="connsiteX324" fmla="*/ 787016 w 898525"/>
              <a:gd name="connsiteY324" fmla="*/ 264018 h 901700"/>
              <a:gd name="connsiteX325" fmla="*/ 781454 w 898525"/>
              <a:gd name="connsiteY325" fmla="*/ 269034 h 901700"/>
              <a:gd name="connsiteX326" fmla="*/ 775097 w 898525"/>
              <a:gd name="connsiteY326" fmla="*/ 272730 h 901700"/>
              <a:gd name="connsiteX327" fmla="*/ 768210 w 898525"/>
              <a:gd name="connsiteY327" fmla="*/ 275635 h 901700"/>
              <a:gd name="connsiteX328" fmla="*/ 761059 w 898525"/>
              <a:gd name="connsiteY328" fmla="*/ 277219 h 901700"/>
              <a:gd name="connsiteX329" fmla="*/ 753642 w 898525"/>
              <a:gd name="connsiteY329" fmla="*/ 278011 h 901700"/>
              <a:gd name="connsiteX330" fmla="*/ 752053 w 898525"/>
              <a:gd name="connsiteY330" fmla="*/ 277747 h 901700"/>
              <a:gd name="connsiteX331" fmla="*/ 750199 w 898525"/>
              <a:gd name="connsiteY331" fmla="*/ 277747 h 901700"/>
              <a:gd name="connsiteX332" fmla="*/ 747286 w 898525"/>
              <a:gd name="connsiteY332" fmla="*/ 277483 h 901700"/>
              <a:gd name="connsiteX333" fmla="*/ 685306 w 898525"/>
              <a:gd name="connsiteY333" fmla="*/ 272730 h 901700"/>
              <a:gd name="connsiteX334" fmla="*/ 471823 w 898525"/>
              <a:gd name="connsiteY334" fmla="*/ 485793 h 901700"/>
              <a:gd name="connsiteX335" fmla="*/ 467320 w 898525"/>
              <a:gd name="connsiteY335" fmla="*/ 489225 h 901700"/>
              <a:gd name="connsiteX336" fmla="*/ 462287 w 898525"/>
              <a:gd name="connsiteY336" fmla="*/ 491337 h 901700"/>
              <a:gd name="connsiteX337" fmla="*/ 456460 w 898525"/>
              <a:gd name="connsiteY337" fmla="*/ 492657 h 901700"/>
              <a:gd name="connsiteX338" fmla="*/ 431298 w 898525"/>
              <a:gd name="connsiteY338" fmla="*/ 493713 h 901700"/>
              <a:gd name="connsiteX339" fmla="*/ 430238 w 898525"/>
              <a:gd name="connsiteY339" fmla="*/ 493713 h 901700"/>
              <a:gd name="connsiteX340" fmla="*/ 424411 w 898525"/>
              <a:gd name="connsiteY340" fmla="*/ 493185 h 901700"/>
              <a:gd name="connsiteX341" fmla="*/ 419114 w 898525"/>
              <a:gd name="connsiteY341" fmla="*/ 491073 h 901700"/>
              <a:gd name="connsiteX342" fmla="*/ 414611 w 898525"/>
              <a:gd name="connsiteY342" fmla="*/ 488169 h 901700"/>
              <a:gd name="connsiteX343" fmla="*/ 410903 w 898525"/>
              <a:gd name="connsiteY343" fmla="*/ 483944 h 901700"/>
              <a:gd name="connsiteX344" fmla="*/ 408254 w 898525"/>
              <a:gd name="connsiteY344" fmla="*/ 479456 h 901700"/>
              <a:gd name="connsiteX345" fmla="*/ 406400 w 898525"/>
              <a:gd name="connsiteY345" fmla="*/ 473912 h 901700"/>
              <a:gd name="connsiteX346" fmla="*/ 406400 w 898525"/>
              <a:gd name="connsiteY346" fmla="*/ 468103 h 901700"/>
              <a:gd name="connsiteX347" fmla="*/ 408519 w 898525"/>
              <a:gd name="connsiteY347" fmla="*/ 444342 h 901700"/>
              <a:gd name="connsiteX348" fmla="*/ 409314 w 898525"/>
              <a:gd name="connsiteY348" fmla="*/ 438797 h 901700"/>
              <a:gd name="connsiteX349" fmla="*/ 411697 w 898525"/>
              <a:gd name="connsiteY349" fmla="*/ 434045 h 901700"/>
              <a:gd name="connsiteX350" fmla="*/ 415141 w 898525"/>
              <a:gd name="connsiteY350" fmla="*/ 429557 h 901700"/>
              <a:gd name="connsiteX351" fmla="*/ 445601 w 898525"/>
              <a:gd name="connsiteY351" fmla="*/ 399459 h 901700"/>
              <a:gd name="connsiteX352" fmla="*/ 513937 w 898525"/>
              <a:gd name="connsiteY352" fmla="*/ 331078 h 901700"/>
              <a:gd name="connsiteX353" fmla="*/ 515526 w 898525"/>
              <a:gd name="connsiteY353" fmla="*/ 329758 h 901700"/>
              <a:gd name="connsiteX354" fmla="*/ 585981 w 898525"/>
              <a:gd name="connsiteY354" fmla="*/ 259265 h 901700"/>
              <a:gd name="connsiteX355" fmla="*/ 625181 w 898525"/>
              <a:gd name="connsiteY355" fmla="*/ 219927 h 901700"/>
              <a:gd name="connsiteX356" fmla="*/ 619884 w 898525"/>
              <a:gd name="connsiteY356" fmla="*/ 152074 h 901700"/>
              <a:gd name="connsiteX357" fmla="*/ 619619 w 898525"/>
              <a:gd name="connsiteY357" fmla="*/ 148114 h 901700"/>
              <a:gd name="connsiteX358" fmla="*/ 619884 w 898525"/>
              <a:gd name="connsiteY358" fmla="*/ 139929 h 901700"/>
              <a:gd name="connsiteX359" fmla="*/ 621473 w 898525"/>
              <a:gd name="connsiteY359" fmla="*/ 132009 h 901700"/>
              <a:gd name="connsiteX360" fmla="*/ 624122 w 898525"/>
              <a:gd name="connsiteY360" fmla="*/ 124352 h 901700"/>
              <a:gd name="connsiteX361" fmla="*/ 628360 w 898525"/>
              <a:gd name="connsiteY361" fmla="*/ 117224 h 901700"/>
              <a:gd name="connsiteX362" fmla="*/ 633657 w 898525"/>
              <a:gd name="connsiteY362" fmla="*/ 110887 h 901700"/>
              <a:gd name="connsiteX363" fmla="*/ 741988 w 898525"/>
              <a:gd name="connsiteY363" fmla="*/ 2640 h 901700"/>
              <a:gd name="connsiteX364" fmla="*/ 744372 w 898525"/>
              <a:gd name="connsiteY364" fmla="*/ 1056 h 901700"/>
              <a:gd name="connsiteX365" fmla="*/ 746491 w 898525"/>
              <a:gd name="connsiteY365" fmla="*/ 264 h 90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</a:cxnLst>
            <a:rect l="l" t="t" r="r" b="b"/>
            <a:pathLst>
              <a:path w="898525" h="901700">
                <a:moveTo>
                  <a:pt x="405475" y="296862"/>
                </a:moveTo>
                <a:lnTo>
                  <a:pt x="423671" y="297916"/>
                </a:lnTo>
                <a:lnTo>
                  <a:pt x="440812" y="300288"/>
                </a:lnTo>
                <a:lnTo>
                  <a:pt x="457689" y="303977"/>
                </a:lnTo>
                <a:lnTo>
                  <a:pt x="474039" y="309248"/>
                </a:lnTo>
                <a:lnTo>
                  <a:pt x="489598" y="315836"/>
                </a:lnTo>
                <a:lnTo>
                  <a:pt x="488015" y="317418"/>
                </a:lnTo>
                <a:lnTo>
                  <a:pt x="413386" y="391998"/>
                </a:lnTo>
                <a:lnTo>
                  <a:pt x="405475" y="391734"/>
                </a:lnTo>
                <a:lnTo>
                  <a:pt x="392553" y="392525"/>
                </a:lnTo>
                <a:lnTo>
                  <a:pt x="379895" y="395160"/>
                </a:lnTo>
                <a:lnTo>
                  <a:pt x="367764" y="398850"/>
                </a:lnTo>
                <a:lnTo>
                  <a:pt x="356425" y="404120"/>
                </a:lnTo>
                <a:lnTo>
                  <a:pt x="345876" y="410445"/>
                </a:lnTo>
                <a:lnTo>
                  <a:pt x="336119" y="418088"/>
                </a:lnTo>
                <a:lnTo>
                  <a:pt x="327417" y="426784"/>
                </a:lnTo>
                <a:lnTo>
                  <a:pt x="319769" y="436535"/>
                </a:lnTo>
                <a:lnTo>
                  <a:pt x="313177" y="447076"/>
                </a:lnTo>
                <a:lnTo>
                  <a:pt x="307903" y="458408"/>
                </a:lnTo>
                <a:lnTo>
                  <a:pt x="304211" y="470531"/>
                </a:lnTo>
                <a:lnTo>
                  <a:pt x="302101" y="482917"/>
                </a:lnTo>
                <a:lnTo>
                  <a:pt x="301310" y="496094"/>
                </a:lnTo>
                <a:lnTo>
                  <a:pt x="302101" y="509270"/>
                </a:lnTo>
                <a:lnTo>
                  <a:pt x="304211" y="521656"/>
                </a:lnTo>
                <a:lnTo>
                  <a:pt x="307903" y="534042"/>
                </a:lnTo>
                <a:lnTo>
                  <a:pt x="313177" y="545374"/>
                </a:lnTo>
                <a:lnTo>
                  <a:pt x="319769" y="555916"/>
                </a:lnTo>
                <a:lnTo>
                  <a:pt x="327417" y="565403"/>
                </a:lnTo>
                <a:lnTo>
                  <a:pt x="336119" y="574100"/>
                </a:lnTo>
                <a:lnTo>
                  <a:pt x="345613" y="581742"/>
                </a:lnTo>
                <a:lnTo>
                  <a:pt x="356425" y="588330"/>
                </a:lnTo>
                <a:lnTo>
                  <a:pt x="367501" y="593601"/>
                </a:lnTo>
                <a:lnTo>
                  <a:pt x="379895" y="597291"/>
                </a:lnTo>
                <a:lnTo>
                  <a:pt x="392553" y="599926"/>
                </a:lnTo>
                <a:lnTo>
                  <a:pt x="405475" y="600716"/>
                </a:lnTo>
                <a:lnTo>
                  <a:pt x="418660" y="599926"/>
                </a:lnTo>
                <a:lnTo>
                  <a:pt x="431318" y="597291"/>
                </a:lnTo>
                <a:lnTo>
                  <a:pt x="443185" y="593601"/>
                </a:lnTo>
                <a:lnTo>
                  <a:pt x="454788" y="588330"/>
                </a:lnTo>
                <a:lnTo>
                  <a:pt x="465073" y="581742"/>
                </a:lnTo>
                <a:lnTo>
                  <a:pt x="474830" y="574100"/>
                </a:lnTo>
                <a:lnTo>
                  <a:pt x="483796" y="565403"/>
                </a:lnTo>
                <a:lnTo>
                  <a:pt x="491444" y="555916"/>
                </a:lnTo>
                <a:lnTo>
                  <a:pt x="497773" y="545374"/>
                </a:lnTo>
                <a:lnTo>
                  <a:pt x="503047" y="534042"/>
                </a:lnTo>
                <a:lnTo>
                  <a:pt x="507003" y="521656"/>
                </a:lnTo>
                <a:lnTo>
                  <a:pt x="509112" y="509270"/>
                </a:lnTo>
                <a:lnTo>
                  <a:pt x="509903" y="496094"/>
                </a:lnTo>
                <a:lnTo>
                  <a:pt x="509640" y="488188"/>
                </a:lnTo>
                <a:lnTo>
                  <a:pt x="584533" y="413608"/>
                </a:lnTo>
                <a:lnTo>
                  <a:pt x="585851" y="412026"/>
                </a:lnTo>
                <a:lnTo>
                  <a:pt x="592444" y="427838"/>
                </a:lnTo>
                <a:lnTo>
                  <a:pt x="597982" y="443914"/>
                </a:lnTo>
                <a:lnTo>
                  <a:pt x="601410" y="460780"/>
                </a:lnTo>
                <a:lnTo>
                  <a:pt x="603783" y="478437"/>
                </a:lnTo>
                <a:lnTo>
                  <a:pt x="604838" y="496094"/>
                </a:lnTo>
                <a:lnTo>
                  <a:pt x="603783" y="514277"/>
                </a:lnTo>
                <a:lnTo>
                  <a:pt x="601410" y="531934"/>
                </a:lnTo>
                <a:lnTo>
                  <a:pt x="597718" y="549064"/>
                </a:lnTo>
                <a:lnTo>
                  <a:pt x="592180" y="565666"/>
                </a:lnTo>
                <a:lnTo>
                  <a:pt x="585588" y="581479"/>
                </a:lnTo>
                <a:lnTo>
                  <a:pt x="577413" y="596500"/>
                </a:lnTo>
                <a:lnTo>
                  <a:pt x="568447" y="610994"/>
                </a:lnTo>
                <a:lnTo>
                  <a:pt x="557898" y="624435"/>
                </a:lnTo>
                <a:lnTo>
                  <a:pt x="546295" y="637084"/>
                </a:lnTo>
                <a:lnTo>
                  <a:pt x="533901" y="648416"/>
                </a:lnTo>
                <a:lnTo>
                  <a:pt x="520188" y="658957"/>
                </a:lnTo>
                <a:lnTo>
                  <a:pt x="506211" y="668181"/>
                </a:lnTo>
                <a:lnTo>
                  <a:pt x="491180" y="676087"/>
                </a:lnTo>
                <a:lnTo>
                  <a:pt x="474830" y="682939"/>
                </a:lnTo>
                <a:lnTo>
                  <a:pt x="458480" y="688210"/>
                </a:lnTo>
                <a:lnTo>
                  <a:pt x="441339" y="691899"/>
                </a:lnTo>
                <a:lnTo>
                  <a:pt x="423671" y="694271"/>
                </a:lnTo>
                <a:lnTo>
                  <a:pt x="405475" y="695325"/>
                </a:lnTo>
                <a:lnTo>
                  <a:pt x="387542" y="694271"/>
                </a:lnTo>
                <a:lnTo>
                  <a:pt x="369874" y="691899"/>
                </a:lnTo>
                <a:lnTo>
                  <a:pt x="352469" y="688210"/>
                </a:lnTo>
                <a:lnTo>
                  <a:pt x="336119" y="682675"/>
                </a:lnTo>
                <a:lnTo>
                  <a:pt x="320297" y="676087"/>
                </a:lnTo>
                <a:lnTo>
                  <a:pt x="305002" y="668181"/>
                </a:lnTo>
                <a:lnTo>
                  <a:pt x="290761" y="658957"/>
                </a:lnTo>
                <a:lnTo>
                  <a:pt x="277312" y="648416"/>
                </a:lnTo>
                <a:lnTo>
                  <a:pt x="264918" y="637084"/>
                </a:lnTo>
                <a:lnTo>
                  <a:pt x="253315" y="624435"/>
                </a:lnTo>
                <a:lnTo>
                  <a:pt x="243030" y="610731"/>
                </a:lnTo>
                <a:lnTo>
                  <a:pt x="233801" y="596500"/>
                </a:lnTo>
                <a:lnTo>
                  <a:pt x="225889" y="581479"/>
                </a:lnTo>
                <a:lnTo>
                  <a:pt x="219033" y="565403"/>
                </a:lnTo>
                <a:lnTo>
                  <a:pt x="213495" y="549064"/>
                </a:lnTo>
                <a:lnTo>
                  <a:pt x="209539" y="531934"/>
                </a:lnTo>
                <a:lnTo>
                  <a:pt x="207166" y="514014"/>
                </a:lnTo>
                <a:lnTo>
                  <a:pt x="206375" y="496094"/>
                </a:lnTo>
                <a:lnTo>
                  <a:pt x="207166" y="478173"/>
                </a:lnTo>
                <a:lnTo>
                  <a:pt x="209539" y="460253"/>
                </a:lnTo>
                <a:lnTo>
                  <a:pt x="213495" y="443123"/>
                </a:lnTo>
                <a:lnTo>
                  <a:pt x="219033" y="426784"/>
                </a:lnTo>
                <a:lnTo>
                  <a:pt x="225889" y="410972"/>
                </a:lnTo>
                <a:lnTo>
                  <a:pt x="233801" y="395687"/>
                </a:lnTo>
                <a:lnTo>
                  <a:pt x="243030" y="381456"/>
                </a:lnTo>
                <a:lnTo>
                  <a:pt x="253315" y="367753"/>
                </a:lnTo>
                <a:lnTo>
                  <a:pt x="264918" y="355367"/>
                </a:lnTo>
                <a:lnTo>
                  <a:pt x="277312" y="344035"/>
                </a:lnTo>
                <a:lnTo>
                  <a:pt x="290761" y="333493"/>
                </a:lnTo>
                <a:lnTo>
                  <a:pt x="305002" y="324270"/>
                </a:lnTo>
                <a:lnTo>
                  <a:pt x="320297" y="316100"/>
                </a:lnTo>
                <a:lnTo>
                  <a:pt x="336119" y="309512"/>
                </a:lnTo>
                <a:lnTo>
                  <a:pt x="352469" y="303977"/>
                </a:lnTo>
                <a:lnTo>
                  <a:pt x="369874" y="300288"/>
                </a:lnTo>
                <a:lnTo>
                  <a:pt x="387542" y="297916"/>
                </a:lnTo>
                <a:close/>
                <a:moveTo>
                  <a:pt x="405474" y="90487"/>
                </a:moveTo>
                <a:lnTo>
                  <a:pt x="430602" y="91280"/>
                </a:lnTo>
                <a:lnTo>
                  <a:pt x="455200" y="93659"/>
                </a:lnTo>
                <a:lnTo>
                  <a:pt x="479269" y="97095"/>
                </a:lnTo>
                <a:lnTo>
                  <a:pt x="502809" y="102382"/>
                </a:lnTo>
                <a:lnTo>
                  <a:pt x="526085" y="108990"/>
                </a:lnTo>
                <a:lnTo>
                  <a:pt x="548567" y="116655"/>
                </a:lnTo>
                <a:lnTo>
                  <a:pt x="570521" y="125642"/>
                </a:lnTo>
                <a:lnTo>
                  <a:pt x="591945" y="135687"/>
                </a:lnTo>
                <a:lnTo>
                  <a:pt x="591416" y="142823"/>
                </a:lnTo>
                <a:lnTo>
                  <a:pt x="591681" y="149960"/>
                </a:lnTo>
                <a:lnTo>
                  <a:pt x="596177" y="209169"/>
                </a:lnTo>
                <a:lnTo>
                  <a:pt x="562586" y="242474"/>
                </a:lnTo>
                <a:lnTo>
                  <a:pt x="545129" y="232694"/>
                </a:lnTo>
                <a:lnTo>
                  <a:pt x="526879" y="223707"/>
                </a:lnTo>
                <a:lnTo>
                  <a:pt x="508099" y="216041"/>
                </a:lnTo>
                <a:lnTo>
                  <a:pt x="488527" y="209698"/>
                </a:lnTo>
                <a:lnTo>
                  <a:pt x="468689" y="204675"/>
                </a:lnTo>
                <a:lnTo>
                  <a:pt x="448058" y="200975"/>
                </a:lnTo>
                <a:lnTo>
                  <a:pt x="426899" y="198860"/>
                </a:lnTo>
                <a:lnTo>
                  <a:pt x="405474" y="197803"/>
                </a:lnTo>
                <a:lnTo>
                  <a:pt x="383256" y="198860"/>
                </a:lnTo>
                <a:lnTo>
                  <a:pt x="361303" y="201239"/>
                </a:lnTo>
                <a:lnTo>
                  <a:pt x="340408" y="204940"/>
                </a:lnTo>
                <a:lnTo>
                  <a:pt x="319513" y="210491"/>
                </a:lnTo>
                <a:lnTo>
                  <a:pt x="299146" y="217363"/>
                </a:lnTo>
                <a:lnTo>
                  <a:pt x="279838" y="225557"/>
                </a:lnTo>
                <a:lnTo>
                  <a:pt x="261059" y="235073"/>
                </a:lnTo>
                <a:lnTo>
                  <a:pt x="243337" y="246174"/>
                </a:lnTo>
                <a:lnTo>
                  <a:pt x="226145" y="257805"/>
                </a:lnTo>
                <a:lnTo>
                  <a:pt x="210011" y="271021"/>
                </a:lnTo>
                <a:lnTo>
                  <a:pt x="194934" y="285294"/>
                </a:lnTo>
                <a:lnTo>
                  <a:pt x="180651" y="300361"/>
                </a:lnTo>
                <a:lnTo>
                  <a:pt x="167427" y="316749"/>
                </a:lnTo>
                <a:lnTo>
                  <a:pt x="155260" y="333666"/>
                </a:lnTo>
                <a:lnTo>
                  <a:pt x="144680" y="351640"/>
                </a:lnTo>
                <a:lnTo>
                  <a:pt x="135158" y="370407"/>
                </a:lnTo>
                <a:lnTo>
                  <a:pt x="126959" y="389967"/>
                </a:lnTo>
                <a:lnTo>
                  <a:pt x="120082" y="410056"/>
                </a:lnTo>
                <a:lnTo>
                  <a:pt x="114527" y="430673"/>
                </a:lnTo>
                <a:lnTo>
                  <a:pt x="110824" y="452083"/>
                </a:lnTo>
                <a:lnTo>
                  <a:pt x="108179" y="473758"/>
                </a:lnTo>
                <a:lnTo>
                  <a:pt x="107386" y="495961"/>
                </a:lnTo>
                <a:lnTo>
                  <a:pt x="108179" y="518429"/>
                </a:lnTo>
                <a:lnTo>
                  <a:pt x="110824" y="540104"/>
                </a:lnTo>
                <a:lnTo>
                  <a:pt x="114527" y="561514"/>
                </a:lnTo>
                <a:lnTo>
                  <a:pt x="120082" y="582131"/>
                </a:lnTo>
                <a:lnTo>
                  <a:pt x="126959" y="602220"/>
                </a:lnTo>
                <a:lnTo>
                  <a:pt x="135158" y="621780"/>
                </a:lnTo>
                <a:lnTo>
                  <a:pt x="144680" y="640283"/>
                </a:lnTo>
                <a:lnTo>
                  <a:pt x="155260" y="658521"/>
                </a:lnTo>
                <a:lnTo>
                  <a:pt x="167427" y="675438"/>
                </a:lnTo>
                <a:lnTo>
                  <a:pt x="180651" y="691562"/>
                </a:lnTo>
                <a:lnTo>
                  <a:pt x="194934" y="706893"/>
                </a:lnTo>
                <a:lnTo>
                  <a:pt x="210011" y="721166"/>
                </a:lnTo>
                <a:lnTo>
                  <a:pt x="226409" y="734118"/>
                </a:lnTo>
                <a:lnTo>
                  <a:pt x="243337" y="746013"/>
                </a:lnTo>
                <a:lnTo>
                  <a:pt x="261059" y="757114"/>
                </a:lnTo>
                <a:lnTo>
                  <a:pt x="280102" y="766366"/>
                </a:lnTo>
                <a:lnTo>
                  <a:pt x="299411" y="774560"/>
                </a:lnTo>
                <a:lnTo>
                  <a:pt x="319513" y="781432"/>
                </a:lnTo>
                <a:lnTo>
                  <a:pt x="340408" y="786983"/>
                </a:lnTo>
                <a:lnTo>
                  <a:pt x="361832" y="790948"/>
                </a:lnTo>
                <a:lnTo>
                  <a:pt x="383256" y="793327"/>
                </a:lnTo>
                <a:lnTo>
                  <a:pt x="405474" y="794120"/>
                </a:lnTo>
                <a:lnTo>
                  <a:pt x="427957" y="793327"/>
                </a:lnTo>
                <a:lnTo>
                  <a:pt x="449645" y="790948"/>
                </a:lnTo>
                <a:lnTo>
                  <a:pt x="471070" y="786983"/>
                </a:lnTo>
                <a:lnTo>
                  <a:pt x="491965" y="781432"/>
                </a:lnTo>
                <a:lnTo>
                  <a:pt x="511802" y="774560"/>
                </a:lnTo>
                <a:lnTo>
                  <a:pt x="531375" y="766366"/>
                </a:lnTo>
                <a:lnTo>
                  <a:pt x="550154" y="757114"/>
                </a:lnTo>
                <a:lnTo>
                  <a:pt x="568140" y="746013"/>
                </a:lnTo>
                <a:lnTo>
                  <a:pt x="585068" y="734118"/>
                </a:lnTo>
                <a:lnTo>
                  <a:pt x="601202" y="721166"/>
                </a:lnTo>
                <a:lnTo>
                  <a:pt x="616543" y="706893"/>
                </a:lnTo>
                <a:lnTo>
                  <a:pt x="630826" y="691562"/>
                </a:lnTo>
                <a:lnTo>
                  <a:pt x="644051" y="675438"/>
                </a:lnTo>
                <a:lnTo>
                  <a:pt x="655689" y="658521"/>
                </a:lnTo>
                <a:lnTo>
                  <a:pt x="666798" y="640283"/>
                </a:lnTo>
                <a:lnTo>
                  <a:pt x="676055" y="621780"/>
                </a:lnTo>
                <a:lnTo>
                  <a:pt x="684255" y="602220"/>
                </a:lnTo>
                <a:lnTo>
                  <a:pt x="691396" y="582131"/>
                </a:lnTo>
                <a:lnTo>
                  <a:pt x="696686" y="561514"/>
                </a:lnTo>
                <a:lnTo>
                  <a:pt x="700653" y="540104"/>
                </a:lnTo>
                <a:lnTo>
                  <a:pt x="703034" y="518429"/>
                </a:lnTo>
                <a:lnTo>
                  <a:pt x="703827" y="495961"/>
                </a:lnTo>
                <a:lnTo>
                  <a:pt x="703034" y="474551"/>
                </a:lnTo>
                <a:lnTo>
                  <a:pt x="700918" y="453669"/>
                </a:lnTo>
                <a:lnTo>
                  <a:pt x="697215" y="433316"/>
                </a:lnTo>
                <a:lnTo>
                  <a:pt x="692189" y="413228"/>
                </a:lnTo>
                <a:lnTo>
                  <a:pt x="685842" y="393403"/>
                </a:lnTo>
                <a:lnTo>
                  <a:pt x="678171" y="374901"/>
                </a:lnTo>
                <a:lnTo>
                  <a:pt x="669178" y="356398"/>
                </a:lnTo>
                <a:lnTo>
                  <a:pt x="659392" y="338952"/>
                </a:lnTo>
                <a:lnTo>
                  <a:pt x="696157" y="301947"/>
                </a:lnTo>
                <a:lnTo>
                  <a:pt x="747734" y="305912"/>
                </a:lnTo>
                <a:lnTo>
                  <a:pt x="753817" y="306176"/>
                </a:lnTo>
                <a:lnTo>
                  <a:pt x="758843" y="306176"/>
                </a:lnTo>
                <a:lnTo>
                  <a:pt x="763604" y="305648"/>
                </a:lnTo>
                <a:lnTo>
                  <a:pt x="774713" y="327322"/>
                </a:lnTo>
                <a:lnTo>
                  <a:pt x="783970" y="349790"/>
                </a:lnTo>
                <a:lnTo>
                  <a:pt x="792169" y="372786"/>
                </a:lnTo>
                <a:lnTo>
                  <a:pt x="798782" y="396311"/>
                </a:lnTo>
                <a:lnTo>
                  <a:pt x="804336" y="420365"/>
                </a:lnTo>
                <a:lnTo>
                  <a:pt x="808039" y="445211"/>
                </a:lnTo>
                <a:lnTo>
                  <a:pt x="810420" y="470586"/>
                </a:lnTo>
                <a:lnTo>
                  <a:pt x="811213" y="495961"/>
                </a:lnTo>
                <a:lnTo>
                  <a:pt x="810155" y="522923"/>
                </a:lnTo>
                <a:lnTo>
                  <a:pt x="807775" y="548826"/>
                </a:lnTo>
                <a:lnTo>
                  <a:pt x="803807" y="574466"/>
                </a:lnTo>
                <a:lnTo>
                  <a:pt x="797988" y="599841"/>
                </a:lnTo>
                <a:lnTo>
                  <a:pt x="790582" y="624159"/>
                </a:lnTo>
                <a:lnTo>
                  <a:pt x="781854" y="647948"/>
                </a:lnTo>
                <a:lnTo>
                  <a:pt x="771539" y="671209"/>
                </a:lnTo>
                <a:lnTo>
                  <a:pt x="760165" y="693412"/>
                </a:lnTo>
                <a:lnTo>
                  <a:pt x="746940" y="714822"/>
                </a:lnTo>
                <a:lnTo>
                  <a:pt x="732922" y="735704"/>
                </a:lnTo>
                <a:lnTo>
                  <a:pt x="717581" y="755000"/>
                </a:lnTo>
                <a:lnTo>
                  <a:pt x="701182" y="773767"/>
                </a:lnTo>
                <a:lnTo>
                  <a:pt x="683461" y="791477"/>
                </a:lnTo>
                <a:lnTo>
                  <a:pt x="664682" y="807865"/>
                </a:lnTo>
                <a:lnTo>
                  <a:pt x="645109" y="823196"/>
                </a:lnTo>
                <a:lnTo>
                  <a:pt x="624478" y="837469"/>
                </a:lnTo>
                <a:lnTo>
                  <a:pt x="603054" y="850421"/>
                </a:lnTo>
                <a:lnTo>
                  <a:pt x="580572" y="862051"/>
                </a:lnTo>
                <a:lnTo>
                  <a:pt x="557560" y="872096"/>
                </a:lnTo>
                <a:lnTo>
                  <a:pt x="533756" y="880818"/>
                </a:lnTo>
                <a:lnTo>
                  <a:pt x="509422" y="888220"/>
                </a:lnTo>
                <a:lnTo>
                  <a:pt x="484295" y="894035"/>
                </a:lnTo>
                <a:lnTo>
                  <a:pt x="458374" y="898000"/>
                </a:lnTo>
                <a:lnTo>
                  <a:pt x="432189" y="900907"/>
                </a:lnTo>
                <a:lnTo>
                  <a:pt x="405474" y="901700"/>
                </a:lnTo>
                <a:lnTo>
                  <a:pt x="379024" y="900907"/>
                </a:lnTo>
                <a:lnTo>
                  <a:pt x="352575" y="898000"/>
                </a:lnTo>
                <a:lnTo>
                  <a:pt x="326918" y="894035"/>
                </a:lnTo>
                <a:lnTo>
                  <a:pt x="302056" y="888220"/>
                </a:lnTo>
                <a:lnTo>
                  <a:pt x="277193" y="880818"/>
                </a:lnTo>
                <a:lnTo>
                  <a:pt x="253388" y="872096"/>
                </a:lnTo>
                <a:lnTo>
                  <a:pt x="230377" y="862051"/>
                </a:lnTo>
                <a:lnTo>
                  <a:pt x="207895" y="850421"/>
                </a:lnTo>
                <a:lnTo>
                  <a:pt x="186735" y="837469"/>
                </a:lnTo>
                <a:lnTo>
                  <a:pt x="166104" y="823196"/>
                </a:lnTo>
                <a:lnTo>
                  <a:pt x="146267" y="807865"/>
                </a:lnTo>
                <a:lnTo>
                  <a:pt x="127752" y="791477"/>
                </a:lnTo>
                <a:lnTo>
                  <a:pt x="110031" y="773767"/>
                </a:lnTo>
                <a:lnTo>
                  <a:pt x="93367" y="755000"/>
                </a:lnTo>
                <a:lnTo>
                  <a:pt x="78027" y="735704"/>
                </a:lnTo>
                <a:lnTo>
                  <a:pt x="64008" y="714822"/>
                </a:lnTo>
                <a:lnTo>
                  <a:pt x="51312" y="693412"/>
                </a:lnTo>
                <a:lnTo>
                  <a:pt x="39674" y="671209"/>
                </a:lnTo>
                <a:lnTo>
                  <a:pt x="29359" y="647948"/>
                </a:lnTo>
                <a:lnTo>
                  <a:pt x="20631" y="624159"/>
                </a:lnTo>
                <a:lnTo>
                  <a:pt x="13489" y="599841"/>
                </a:lnTo>
                <a:lnTo>
                  <a:pt x="7670" y="574466"/>
                </a:lnTo>
                <a:lnTo>
                  <a:pt x="3174" y="548826"/>
                </a:lnTo>
                <a:lnTo>
                  <a:pt x="793" y="522923"/>
                </a:lnTo>
                <a:lnTo>
                  <a:pt x="0" y="495961"/>
                </a:lnTo>
                <a:lnTo>
                  <a:pt x="793" y="469265"/>
                </a:lnTo>
                <a:lnTo>
                  <a:pt x="3174" y="443096"/>
                </a:lnTo>
                <a:lnTo>
                  <a:pt x="7670" y="417721"/>
                </a:lnTo>
                <a:lnTo>
                  <a:pt x="13489" y="392346"/>
                </a:lnTo>
                <a:lnTo>
                  <a:pt x="20631" y="367764"/>
                </a:lnTo>
                <a:lnTo>
                  <a:pt x="29359" y="343975"/>
                </a:lnTo>
                <a:lnTo>
                  <a:pt x="39674" y="320978"/>
                </a:lnTo>
                <a:lnTo>
                  <a:pt x="51312" y="298775"/>
                </a:lnTo>
                <a:lnTo>
                  <a:pt x="64008" y="277100"/>
                </a:lnTo>
                <a:lnTo>
                  <a:pt x="78027" y="256483"/>
                </a:lnTo>
                <a:lnTo>
                  <a:pt x="93367" y="236923"/>
                </a:lnTo>
                <a:lnTo>
                  <a:pt x="110031" y="218156"/>
                </a:lnTo>
                <a:lnTo>
                  <a:pt x="127752" y="200711"/>
                </a:lnTo>
                <a:lnTo>
                  <a:pt x="146267" y="184322"/>
                </a:lnTo>
                <a:lnTo>
                  <a:pt x="166104" y="168992"/>
                </a:lnTo>
                <a:lnTo>
                  <a:pt x="186735" y="154718"/>
                </a:lnTo>
                <a:lnTo>
                  <a:pt x="207895" y="141766"/>
                </a:lnTo>
                <a:lnTo>
                  <a:pt x="230377" y="130136"/>
                </a:lnTo>
                <a:lnTo>
                  <a:pt x="253388" y="120091"/>
                </a:lnTo>
                <a:lnTo>
                  <a:pt x="277193" y="111104"/>
                </a:lnTo>
                <a:lnTo>
                  <a:pt x="301791" y="103968"/>
                </a:lnTo>
                <a:lnTo>
                  <a:pt x="326918" y="98152"/>
                </a:lnTo>
                <a:lnTo>
                  <a:pt x="352575" y="93923"/>
                </a:lnTo>
                <a:lnTo>
                  <a:pt x="378760" y="91280"/>
                </a:lnTo>
                <a:close/>
                <a:moveTo>
                  <a:pt x="748610" y="0"/>
                </a:moveTo>
                <a:lnTo>
                  <a:pt x="751523" y="264"/>
                </a:lnTo>
                <a:lnTo>
                  <a:pt x="753907" y="1320"/>
                </a:lnTo>
                <a:lnTo>
                  <a:pt x="756026" y="3432"/>
                </a:lnTo>
                <a:lnTo>
                  <a:pt x="757351" y="5808"/>
                </a:lnTo>
                <a:lnTo>
                  <a:pt x="758410" y="8449"/>
                </a:lnTo>
                <a:lnTo>
                  <a:pt x="763972" y="81846"/>
                </a:lnTo>
                <a:lnTo>
                  <a:pt x="791519" y="54388"/>
                </a:lnTo>
                <a:lnTo>
                  <a:pt x="796021" y="50691"/>
                </a:lnTo>
                <a:lnTo>
                  <a:pt x="800789" y="48315"/>
                </a:lnTo>
                <a:lnTo>
                  <a:pt x="806086" y="46467"/>
                </a:lnTo>
                <a:lnTo>
                  <a:pt x="811384" y="46203"/>
                </a:lnTo>
                <a:lnTo>
                  <a:pt x="816681" y="46467"/>
                </a:lnTo>
                <a:lnTo>
                  <a:pt x="821978" y="48315"/>
                </a:lnTo>
                <a:lnTo>
                  <a:pt x="827011" y="50691"/>
                </a:lnTo>
                <a:lnTo>
                  <a:pt x="831249" y="54388"/>
                </a:lnTo>
                <a:lnTo>
                  <a:pt x="847671" y="71285"/>
                </a:lnTo>
                <a:lnTo>
                  <a:pt x="851908" y="76037"/>
                </a:lnTo>
                <a:lnTo>
                  <a:pt x="854557" y="81846"/>
                </a:lnTo>
                <a:lnTo>
                  <a:pt x="855881" y="87918"/>
                </a:lnTo>
                <a:lnTo>
                  <a:pt x="855881" y="93990"/>
                </a:lnTo>
                <a:lnTo>
                  <a:pt x="854557" y="99799"/>
                </a:lnTo>
                <a:lnTo>
                  <a:pt x="851908" y="105607"/>
                </a:lnTo>
                <a:lnTo>
                  <a:pt x="847671" y="110887"/>
                </a:lnTo>
                <a:lnTo>
                  <a:pt x="823832" y="134649"/>
                </a:lnTo>
                <a:lnTo>
                  <a:pt x="889785" y="139929"/>
                </a:lnTo>
                <a:lnTo>
                  <a:pt x="892698" y="140721"/>
                </a:lnTo>
                <a:lnTo>
                  <a:pt x="895612" y="142306"/>
                </a:lnTo>
                <a:lnTo>
                  <a:pt x="897201" y="144418"/>
                </a:lnTo>
                <a:lnTo>
                  <a:pt x="898260" y="147586"/>
                </a:lnTo>
                <a:lnTo>
                  <a:pt x="898525" y="150226"/>
                </a:lnTo>
                <a:lnTo>
                  <a:pt x="897731" y="153130"/>
                </a:lnTo>
                <a:lnTo>
                  <a:pt x="895877" y="156034"/>
                </a:lnTo>
                <a:lnTo>
                  <a:pt x="787016" y="264018"/>
                </a:lnTo>
                <a:lnTo>
                  <a:pt x="781454" y="269034"/>
                </a:lnTo>
                <a:lnTo>
                  <a:pt x="775097" y="272730"/>
                </a:lnTo>
                <a:lnTo>
                  <a:pt x="768210" y="275635"/>
                </a:lnTo>
                <a:lnTo>
                  <a:pt x="761059" y="277219"/>
                </a:lnTo>
                <a:lnTo>
                  <a:pt x="753642" y="278011"/>
                </a:lnTo>
                <a:lnTo>
                  <a:pt x="752053" y="277747"/>
                </a:lnTo>
                <a:lnTo>
                  <a:pt x="750199" y="277747"/>
                </a:lnTo>
                <a:lnTo>
                  <a:pt x="747286" y="277483"/>
                </a:lnTo>
                <a:lnTo>
                  <a:pt x="685306" y="272730"/>
                </a:lnTo>
                <a:lnTo>
                  <a:pt x="471823" y="485793"/>
                </a:lnTo>
                <a:lnTo>
                  <a:pt x="467320" y="489225"/>
                </a:lnTo>
                <a:lnTo>
                  <a:pt x="462287" y="491337"/>
                </a:lnTo>
                <a:lnTo>
                  <a:pt x="456460" y="492657"/>
                </a:lnTo>
                <a:lnTo>
                  <a:pt x="431298" y="493713"/>
                </a:lnTo>
                <a:lnTo>
                  <a:pt x="430238" y="493713"/>
                </a:lnTo>
                <a:lnTo>
                  <a:pt x="424411" y="493185"/>
                </a:lnTo>
                <a:lnTo>
                  <a:pt x="419114" y="491073"/>
                </a:lnTo>
                <a:lnTo>
                  <a:pt x="414611" y="488169"/>
                </a:lnTo>
                <a:lnTo>
                  <a:pt x="410903" y="483944"/>
                </a:lnTo>
                <a:lnTo>
                  <a:pt x="408254" y="479456"/>
                </a:lnTo>
                <a:lnTo>
                  <a:pt x="406400" y="473912"/>
                </a:lnTo>
                <a:lnTo>
                  <a:pt x="406400" y="468103"/>
                </a:lnTo>
                <a:lnTo>
                  <a:pt x="408519" y="444342"/>
                </a:lnTo>
                <a:lnTo>
                  <a:pt x="409314" y="438797"/>
                </a:lnTo>
                <a:lnTo>
                  <a:pt x="411697" y="434045"/>
                </a:lnTo>
                <a:lnTo>
                  <a:pt x="415141" y="429557"/>
                </a:lnTo>
                <a:lnTo>
                  <a:pt x="445601" y="399459"/>
                </a:lnTo>
                <a:lnTo>
                  <a:pt x="513937" y="331078"/>
                </a:lnTo>
                <a:lnTo>
                  <a:pt x="515526" y="329758"/>
                </a:lnTo>
                <a:lnTo>
                  <a:pt x="585981" y="259265"/>
                </a:lnTo>
                <a:lnTo>
                  <a:pt x="625181" y="219927"/>
                </a:lnTo>
                <a:lnTo>
                  <a:pt x="619884" y="152074"/>
                </a:lnTo>
                <a:lnTo>
                  <a:pt x="619619" y="148114"/>
                </a:lnTo>
                <a:lnTo>
                  <a:pt x="619884" y="139929"/>
                </a:lnTo>
                <a:lnTo>
                  <a:pt x="621473" y="132009"/>
                </a:lnTo>
                <a:lnTo>
                  <a:pt x="624122" y="124352"/>
                </a:lnTo>
                <a:lnTo>
                  <a:pt x="628360" y="117224"/>
                </a:lnTo>
                <a:lnTo>
                  <a:pt x="633657" y="110887"/>
                </a:lnTo>
                <a:lnTo>
                  <a:pt x="741988" y="2640"/>
                </a:lnTo>
                <a:lnTo>
                  <a:pt x="744372" y="1056"/>
                </a:lnTo>
                <a:lnTo>
                  <a:pt x="746491" y="2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16" tIns="45708" rIns="91416" bIns="45708" numCol="1" anchor="t" anchorCtr="0" compatLnSpc="1">
            <a:noAutofit/>
          </a:bodyPr>
          <a:lstStyle/>
          <a:p>
            <a:endParaRPr lang="en-IN" sz="28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72B1E69-555D-6A8E-CB0C-C4960F055E2F}"/>
              </a:ext>
            </a:extLst>
          </p:cNvPr>
          <p:cNvSpPr txBox="1"/>
          <p:nvPr/>
        </p:nvSpPr>
        <p:spPr>
          <a:xfrm>
            <a:off x="2031519" y="2874272"/>
            <a:ext cx="3710909" cy="603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CN" altLang="en-US" sz="2800" dirty="0">
                <a:solidFill>
                  <a:schemeClr val="tx2"/>
                </a:solidFill>
              </a:rPr>
              <a:t>不平衡处理策略对比</a:t>
            </a:r>
            <a:endParaRPr lang="zh-CN" altLang="en-US" sz="2800" dirty="0">
              <a:solidFill>
                <a:schemeClr val="tx2"/>
              </a:solidFill>
              <a:ea typeface="苹方 常规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5C9052-CA1A-C12B-29E5-8AD870C84EB8}"/>
              </a:ext>
            </a:extLst>
          </p:cNvPr>
          <p:cNvSpPr txBox="1"/>
          <p:nvPr/>
        </p:nvSpPr>
        <p:spPr>
          <a:xfrm>
            <a:off x="777432" y="1267184"/>
            <a:ext cx="377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整体技术流程：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9AE855-48D9-ABF7-73D1-B3FA40D84ABA}"/>
              </a:ext>
            </a:extLst>
          </p:cNvPr>
          <p:cNvSpPr txBox="1"/>
          <p:nvPr/>
        </p:nvSpPr>
        <p:spPr>
          <a:xfrm>
            <a:off x="9459133" y="4134083"/>
            <a:ext cx="23779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</a:rPr>
              <a:t>模型评估与结果展示</a:t>
            </a:r>
          </a:p>
        </p:txBody>
      </p:sp>
    </p:spTree>
    <p:extLst>
      <p:ext uri="{BB962C8B-B14F-4D97-AF65-F5344CB8AC3E}">
        <p14:creationId xmlns:p14="http://schemas.microsoft.com/office/powerpoint/2010/main" val="227379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6" grpId="0"/>
      <p:bldP spid="74" grpId="0"/>
      <p:bldP spid="2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/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Freeform 3"/>
          <p:cNvSpPr/>
          <p:nvPr/>
        </p:nvSpPr>
        <p:spPr>
          <a:xfrm>
            <a:off x="1631504" y="1184412"/>
            <a:ext cx="2723796" cy="1891440"/>
          </a:xfrm>
          <a:custGeom>
            <a:avLst/>
            <a:gdLst>
              <a:gd name="connsiteX0" fmla="*/ 0 w 2095500"/>
              <a:gd name="connsiteY0" fmla="*/ 274760 h 1831730"/>
              <a:gd name="connsiteX1" fmla="*/ 1179635 w 2095500"/>
              <a:gd name="connsiteY1" fmla="*/ 274760 h 1831730"/>
              <a:gd name="connsiteX2" fmla="*/ 1179635 w 2095500"/>
              <a:gd name="connsiteY2" fmla="*/ 0 h 1831730"/>
              <a:gd name="connsiteX3" fmla="*/ 2095500 w 2095500"/>
              <a:gd name="connsiteY3" fmla="*/ 915865 h 1831730"/>
              <a:gd name="connsiteX4" fmla="*/ 1179635 w 2095500"/>
              <a:gd name="connsiteY4" fmla="*/ 1831730 h 1831730"/>
              <a:gd name="connsiteX5" fmla="*/ 1179635 w 2095500"/>
              <a:gd name="connsiteY5" fmla="*/ 1556971 h 1831730"/>
              <a:gd name="connsiteX6" fmla="*/ 0 w 2095500"/>
              <a:gd name="connsiteY6" fmla="*/ 1556971 h 1831730"/>
              <a:gd name="connsiteX7" fmla="*/ 0 w 2095500"/>
              <a:gd name="connsiteY7" fmla="*/ 274760 h 183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831730">
                <a:moveTo>
                  <a:pt x="0" y="274760"/>
                </a:moveTo>
                <a:lnTo>
                  <a:pt x="1179635" y="274760"/>
                </a:lnTo>
                <a:lnTo>
                  <a:pt x="1179635" y="0"/>
                </a:lnTo>
                <a:lnTo>
                  <a:pt x="2095500" y="915865"/>
                </a:lnTo>
                <a:lnTo>
                  <a:pt x="1179635" y="1831730"/>
                </a:lnTo>
                <a:lnTo>
                  <a:pt x="1179635" y="1556971"/>
                </a:lnTo>
                <a:lnTo>
                  <a:pt x="0" y="1556971"/>
                </a:lnTo>
                <a:lnTo>
                  <a:pt x="0" y="2747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4835" tIns="290000" rIns="580549" bIns="289999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2400" kern="1200">
              <a:solidFill>
                <a:schemeClr val="bg1"/>
              </a:solidFill>
            </a:endParaRPr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2400" kern="1200">
              <a:solidFill>
                <a:schemeClr val="bg1"/>
              </a:solidFill>
            </a:endParaRPr>
          </a:p>
        </p:txBody>
      </p:sp>
      <p:sp>
        <p:nvSpPr>
          <p:cNvPr id="18" name="Freeform 4"/>
          <p:cNvSpPr/>
          <p:nvPr/>
        </p:nvSpPr>
        <p:spPr>
          <a:xfrm>
            <a:off x="1115267" y="1674828"/>
            <a:ext cx="910608" cy="910608"/>
          </a:xfrm>
          <a:custGeom>
            <a:avLst/>
            <a:gdLst>
              <a:gd name="connsiteX0" fmla="*/ 0 w 1047750"/>
              <a:gd name="connsiteY0" fmla="*/ 523875 h 1047750"/>
              <a:gd name="connsiteX1" fmla="*/ 523875 w 1047750"/>
              <a:gd name="connsiteY1" fmla="*/ 0 h 1047750"/>
              <a:gd name="connsiteX2" fmla="*/ 1047750 w 1047750"/>
              <a:gd name="connsiteY2" fmla="*/ 523875 h 1047750"/>
              <a:gd name="connsiteX3" fmla="*/ 523875 w 1047750"/>
              <a:gd name="connsiteY3" fmla="*/ 1047750 h 1047750"/>
              <a:gd name="connsiteX4" fmla="*/ 0 w 1047750"/>
              <a:gd name="connsiteY4" fmla="*/ 523875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0" h="1047750">
                <a:moveTo>
                  <a:pt x="0" y="523875"/>
                </a:moveTo>
                <a:cubicBezTo>
                  <a:pt x="0" y="234547"/>
                  <a:pt x="234547" y="0"/>
                  <a:pt x="523875" y="0"/>
                </a:cubicBezTo>
                <a:cubicBezTo>
                  <a:pt x="813203" y="0"/>
                  <a:pt x="1047750" y="234547"/>
                  <a:pt x="1047750" y="523875"/>
                </a:cubicBezTo>
                <a:cubicBezTo>
                  <a:pt x="1047750" y="813203"/>
                  <a:pt x="813203" y="1047750"/>
                  <a:pt x="523875" y="1047750"/>
                </a:cubicBezTo>
                <a:cubicBezTo>
                  <a:pt x="234547" y="1047750"/>
                  <a:pt x="0" y="813203"/>
                  <a:pt x="0" y="523875"/>
                </a:cubicBezTo>
                <a:close/>
              </a:path>
            </a:pathLst>
          </a:custGeom>
          <a:solidFill>
            <a:schemeClr val="accent2"/>
          </a:solidFill>
          <a:ln w="38100">
            <a:solidFill>
              <a:srgbClr val="F4F1EC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8679" tIns="168679" rIns="168679" bIns="168679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kern="1200">
              <a:solidFill>
                <a:schemeClr val="bg1"/>
              </a:solidFill>
            </a:endParaRPr>
          </a:p>
        </p:txBody>
      </p:sp>
      <p:pic>
        <p:nvPicPr>
          <p:cNvPr id="19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389" y="1903621"/>
            <a:ext cx="453023" cy="453023"/>
          </a:xfrm>
          <a:prstGeom prst="rect">
            <a:avLst/>
          </a:prstGeom>
        </p:spPr>
      </p:pic>
      <p:sp>
        <p:nvSpPr>
          <p:cNvPr id="20" name="Rectangle 6"/>
          <p:cNvSpPr/>
          <p:nvPr/>
        </p:nvSpPr>
        <p:spPr>
          <a:xfrm>
            <a:off x="2100537" y="1789966"/>
            <a:ext cx="1618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第 </a:t>
            </a:r>
            <a:r>
              <a:rPr lang="en-US" altLang="zh-CN" sz="2000" b="1" dirty="0">
                <a:solidFill>
                  <a:schemeClr val="bg1"/>
                </a:solidFill>
              </a:rPr>
              <a:t>1-2</a:t>
            </a:r>
            <a:r>
              <a:rPr lang="en-US" altLang="zh-CN" sz="2000" dirty="0">
                <a:solidFill>
                  <a:schemeClr val="bg1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周：基础搭建</a:t>
            </a:r>
            <a:endParaRPr lang="en-US" sz="2000" dirty="0">
              <a:solidFill>
                <a:schemeClr val="bg1"/>
              </a:solidFill>
              <a:latin typeface="DIN-BlackItalic" pitchFamily="50" charset="0"/>
              <a:ea typeface="+mj-ea"/>
            </a:endParaRPr>
          </a:p>
        </p:txBody>
      </p:sp>
      <p:sp>
        <p:nvSpPr>
          <p:cNvPr id="22" name="Freeform 15"/>
          <p:cNvSpPr/>
          <p:nvPr/>
        </p:nvSpPr>
        <p:spPr>
          <a:xfrm>
            <a:off x="8429634" y="1184412"/>
            <a:ext cx="2807187" cy="1891440"/>
          </a:xfrm>
          <a:custGeom>
            <a:avLst/>
            <a:gdLst>
              <a:gd name="connsiteX0" fmla="*/ 0 w 2095500"/>
              <a:gd name="connsiteY0" fmla="*/ 274760 h 1831730"/>
              <a:gd name="connsiteX1" fmla="*/ 1179635 w 2095500"/>
              <a:gd name="connsiteY1" fmla="*/ 274760 h 1831730"/>
              <a:gd name="connsiteX2" fmla="*/ 1179635 w 2095500"/>
              <a:gd name="connsiteY2" fmla="*/ 0 h 1831730"/>
              <a:gd name="connsiteX3" fmla="*/ 2095500 w 2095500"/>
              <a:gd name="connsiteY3" fmla="*/ 915865 h 1831730"/>
              <a:gd name="connsiteX4" fmla="*/ 1179635 w 2095500"/>
              <a:gd name="connsiteY4" fmla="*/ 1831730 h 1831730"/>
              <a:gd name="connsiteX5" fmla="*/ 1179635 w 2095500"/>
              <a:gd name="connsiteY5" fmla="*/ 1556971 h 1831730"/>
              <a:gd name="connsiteX6" fmla="*/ 0 w 2095500"/>
              <a:gd name="connsiteY6" fmla="*/ 1556971 h 1831730"/>
              <a:gd name="connsiteX7" fmla="*/ 0 w 2095500"/>
              <a:gd name="connsiteY7" fmla="*/ 274760 h 183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831730">
                <a:moveTo>
                  <a:pt x="0" y="274760"/>
                </a:moveTo>
                <a:lnTo>
                  <a:pt x="1179635" y="274760"/>
                </a:lnTo>
                <a:lnTo>
                  <a:pt x="1179635" y="0"/>
                </a:lnTo>
                <a:lnTo>
                  <a:pt x="2095500" y="915865"/>
                </a:lnTo>
                <a:lnTo>
                  <a:pt x="1179635" y="1831730"/>
                </a:lnTo>
                <a:lnTo>
                  <a:pt x="1179635" y="1556971"/>
                </a:lnTo>
                <a:lnTo>
                  <a:pt x="0" y="1556971"/>
                </a:lnTo>
                <a:lnTo>
                  <a:pt x="0" y="2747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4835" tIns="290000" rIns="580549" bIns="289999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2400" kern="1200">
              <a:solidFill>
                <a:schemeClr val="bg1"/>
              </a:solidFill>
            </a:endParaRPr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2400" kern="1200">
              <a:solidFill>
                <a:schemeClr val="bg1"/>
              </a:solidFill>
            </a:endParaRPr>
          </a:p>
        </p:txBody>
      </p:sp>
      <p:sp>
        <p:nvSpPr>
          <p:cNvPr id="23" name="Freeform 16"/>
          <p:cNvSpPr/>
          <p:nvPr/>
        </p:nvSpPr>
        <p:spPr>
          <a:xfrm>
            <a:off x="7913397" y="1674828"/>
            <a:ext cx="910608" cy="910608"/>
          </a:xfrm>
          <a:custGeom>
            <a:avLst/>
            <a:gdLst>
              <a:gd name="connsiteX0" fmla="*/ 0 w 1047750"/>
              <a:gd name="connsiteY0" fmla="*/ 523875 h 1047750"/>
              <a:gd name="connsiteX1" fmla="*/ 523875 w 1047750"/>
              <a:gd name="connsiteY1" fmla="*/ 0 h 1047750"/>
              <a:gd name="connsiteX2" fmla="*/ 1047750 w 1047750"/>
              <a:gd name="connsiteY2" fmla="*/ 523875 h 1047750"/>
              <a:gd name="connsiteX3" fmla="*/ 523875 w 1047750"/>
              <a:gd name="connsiteY3" fmla="*/ 1047750 h 1047750"/>
              <a:gd name="connsiteX4" fmla="*/ 0 w 1047750"/>
              <a:gd name="connsiteY4" fmla="*/ 523875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0" h="1047750">
                <a:moveTo>
                  <a:pt x="0" y="523875"/>
                </a:moveTo>
                <a:cubicBezTo>
                  <a:pt x="0" y="234547"/>
                  <a:pt x="234547" y="0"/>
                  <a:pt x="523875" y="0"/>
                </a:cubicBezTo>
                <a:cubicBezTo>
                  <a:pt x="813203" y="0"/>
                  <a:pt x="1047750" y="234547"/>
                  <a:pt x="1047750" y="523875"/>
                </a:cubicBezTo>
                <a:cubicBezTo>
                  <a:pt x="1047750" y="813203"/>
                  <a:pt x="813203" y="1047750"/>
                  <a:pt x="523875" y="1047750"/>
                </a:cubicBezTo>
                <a:cubicBezTo>
                  <a:pt x="234547" y="1047750"/>
                  <a:pt x="0" y="813203"/>
                  <a:pt x="0" y="523875"/>
                </a:cubicBezTo>
                <a:close/>
              </a:path>
            </a:pathLst>
          </a:custGeom>
          <a:solidFill>
            <a:schemeClr val="accent2"/>
          </a:solidFill>
          <a:ln w="38100">
            <a:solidFill>
              <a:srgbClr val="F4F1EC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8679" tIns="168679" rIns="168679" bIns="168679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kern="1200">
              <a:solidFill>
                <a:schemeClr val="bg1"/>
              </a:solidFill>
            </a:endParaRPr>
          </a:p>
        </p:txBody>
      </p:sp>
      <p:pic>
        <p:nvPicPr>
          <p:cNvPr id="24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076" y="1903621"/>
            <a:ext cx="453023" cy="453023"/>
          </a:xfrm>
          <a:prstGeom prst="rect">
            <a:avLst/>
          </a:prstGeom>
        </p:spPr>
      </p:pic>
      <p:sp>
        <p:nvSpPr>
          <p:cNvPr id="25" name="Rectangle 18"/>
          <p:cNvSpPr/>
          <p:nvPr/>
        </p:nvSpPr>
        <p:spPr>
          <a:xfrm>
            <a:off x="8882657" y="1776189"/>
            <a:ext cx="1354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第 </a:t>
            </a:r>
            <a:r>
              <a:rPr lang="en-US" altLang="zh-CN" sz="2000" b="1" dirty="0">
                <a:solidFill>
                  <a:schemeClr val="bg1"/>
                </a:solidFill>
              </a:rPr>
              <a:t>5-6 </a:t>
            </a:r>
            <a:r>
              <a:rPr lang="zh-CN" altLang="en-US" sz="2000" dirty="0">
                <a:solidFill>
                  <a:schemeClr val="bg1"/>
                </a:solidFill>
              </a:rPr>
              <a:t>周：实验收尾</a:t>
            </a:r>
            <a:endParaRPr lang="en-US" sz="2000" dirty="0">
              <a:solidFill>
                <a:schemeClr val="bg1"/>
              </a:solidFill>
              <a:latin typeface="DIN-BlackItalic" pitchFamily="50" charset="0"/>
              <a:ea typeface="+mj-ea"/>
            </a:endParaRPr>
          </a:p>
        </p:txBody>
      </p:sp>
      <p:sp>
        <p:nvSpPr>
          <p:cNvPr id="31" name="Freeform 9"/>
          <p:cNvSpPr/>
          <p:nvPr/>
        </p:nvSpPr>
        <p:spPr>
          <a:xfrm>
            <a:off x="5076421" y="1184412"/>
            <a:ext cx="2632092" cy="1891440"/>
          </a:xfrm>
          <a:custGeom>
            <a:avLst/>
            <a:gdLst>
              <a:gd name="connsiteX0" fmla="*/ 0 w 2095500"/>
              <a:gd name="connsiteY0" fmla="*/ 274760 h 1831730"/>
              <a:gd name="connsiteX1" fmla="*/ 1179635 w 2095500"/>
              <a:gd name="connsiteY1" fmla="*/ 274760 h 1831730"/>
              <a:gd name="connsiteX2" fmla="*/ 1179635 w 2095500"/>
              <a:gd name="connsiteY2" fmla="*/ 0 h 1831730"/>
              <a:gd name="connsiteX3" fmla="*/ 2095500 w 2095500"/>
              <a:gd name="connsiteY3" fmla="*/ 915865 h 1831730"/>
              <a:gd name="connsiteX4" fmla="*/ 1179635 w 2095500"/>
              <a:gd name="connsiteY4" fmla="*/ 1831730 h 1831730"/>
              <a:gd name="connsiteX5" fmla="*/ 1179635 w 2095500"/>
              <a:gd name="connsiteY5" fmla="*/ 1556971 h 1831730"/>
              <a:gd name="connsiteX6" fmla="*/ 0 w 2095500"/>
              <a:gd name="connsiteY6" fmla="*/ 1556971 h 1831730"/>
              <a:gd name="connsiteX7" fmla="*/ 0 w 2095500"/>
              <a:gd name="connsiteY7" fmla="*/ 274760 h 183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831730">
                <a:moveTo>
                  <a:pt x="0" y="274760"/>
                </a:moveTo>
                <a:lnTo>
                  <a:pt x="1179635" y="274760"/>
                </a:lnTo>
                <a:lnTo>
                  <a:pt x="1179635" y="0"/>
                </a:lnTo>
                <a:lnTo>
                  <a:pt x="2095500" y="915865"/>
                </a:lnTo>
                <a:lnTo>
                  <a:pt x="1179635" y="1831730"/>
                </a:lnTo>
                <a:lnTo>
                  <a:pt x="1179635" y="1556971"/>
                </a:lnTo>
                <a:lnTo>
                  <a:pt x="0" y="1556971"/>
                </a:lnTo>
                <a:lnTo>
                  <a:pt x="0" y="2747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4835" tIns="290000" rIns="580549" bIns="289999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2400" kern="1200">
              <a:solidFill>
                <a:schemeClr val="bg1"/>
              </a:solidFill>
            </a:endParaRPr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2400" kern="1200">
              <a:solidFill>
                <a:schemeClr val="bg1"/>
              </a:solidFill>
            </a:endParaRPr>
          </a:p>
        </p:txBody>
      </p:sp>
      <p:sp>
        <p:nvSpPr>
          <p:cNvPr id="32" name="Freeform 10"/>
          <p:cNvSpPr/>
          <p:nvPr/>
        </p:nvSpPr>
        <p:spPr>
          <a:xfrm>
            <a:off x="4560184" y="1674828"/>
            <a:ext cx="910608" cy="910608"/>
          </a:xfrm>
          <a:custGeom>
            <a:avLst/>
            <a:gdLst>
              <a:gd name="connsiteX0" fmla="*/ 0 w 1047750"/>
              <a:gd name="connsiteY0" fmla="*/ 523875 h 1047750"/>
              <a:gd name="connsiteX1" fmla="*/ 523875 w 1047750"/>
              <a:gd name="connsiteY1" fmla="*/ 0 h 1047750"/>
              <a:gd name="connsiteX2" fmla="*/ 1047750 w 1047750"/>
              <a:gd name="connsiteY2" fmla="*/ 523875 h 1047750"/>
              <a:gd name="connsiteX3" fmla="*/ 523875 w 1047750"/>
              <a:gd name="connsiteY3" fmla="*/ 1047750 h 1047750"/>
              <a:gd name="connsiteX4" fmla="*/ 0 w 1047750"/>
              <a:gd name="connsiteY4" fmla="*/ 523875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0" h="1047750">
                <a:moveTo>
                  <a:pt x="0" y="523875"/>
                </a:moveTo>
                <a:cubicBezTo>
                  <a:pt x="0" y="234547"/>
                  <a:pt x="234547" y="0"/>
                  <a:pt x="523875" y="0"/>
                </a:cubicBezTo>
                <a:cubicBezTo>
                  <a:pt x="813203" y="0"/>
                  <a:pt x="1047750" y="234547"/>
                  <a:pt x="1047750" y="523875"/>
                </a:cubicBezTo>
                <a:cubicBezTo>
                  <a:pt x="1047750" y="813203"/>
                  <a:pt x="813203" y="1047750"/>
                  <a:pt x="523875" y="1047750"/>
                </a:cubicBezTo>
                <a:cubicBezTo>
                  <a:pt x="234547" y="1047750"/>
                  <a:pt x="0" y="813203"/>
                  <a:pt x="0" y="523875"/>
                </a:cubicBezTo>
                <a:close/>
              </a:path>
            </a:pathLst>
          </a:custGeom>
          <a:solidFill>
            <a:schemeClr val="accent2"/>
          </a:solidFill>
          <a:ln w="38100">
            <a:solidFill>
              <a:srgbClr val="F4F1EC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8679" tIns="168679" rIns="168679" bIns="168679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kern="1200">
              <a:solidFill>
                <a:schemeClr val="bg1"/>
              </a:solidFill>
            </a:endParaRPr>
          </a:p>
        </p:txBody>
      </p:sp>
      <p:sp>
        <p:nvSpPr>
          <p:cNvPr id="33" name="Rectangle 12"/>
          <p:cNvSpPr/>
          <p:nvPr/>
        </p:nvSpPr>
        <p:spPr>
          <a:xfrm>
            <a:off x="5532354" y="1781339"/>
            <a:ext cx="13419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第 </a:t>
            </a:r>
            <a:r>
              <a:rPr lang="en-US" altLang="zh-CN" sz="2000" b="1" dirty="0">
                <a:solidFill>
                  <a:schemeClr val="bg1"/>
                </a:solidFill>
              </a:rPr>
              <a:t>3-4</a:t>
            </a:r>
            <a:r>
              <a:rPr lang="en-US" altLang="zh-CN" sz="2000" dirty="0">
                <a:solidFill>
                  <a:schemeClr val="bg1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周：模型优化</a:t>
            </a:r>
            <a:endParaRPr lang="en-US" sz="2000" dirty="0">
              <a:solidFill>
                <a:schemeClr val="bg1"/>
              </a:solidFill>
              <a:latin typeface="DIN-BlackItalic" pitchFamily="50" charset="0"/>
              <a:ea typeface="+mj-ea"/>
            </a:endParaRPr>
          </a:p>
        </p:txBody>
      </p:sp>
      <p:sp>
        <p:nvSpPr>
          <p:cNvPr id="35" name="AutoShape 59"/>
          <p:cNvSpPr/>
          <p:nvPr/>
        </p:nvSpPr>
        <p:spPr bwMode="auto">
          <a:xfrm>
            <a:off x="4769001" y="1920866"/>
            <a:ext cx="419248" cy="418532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>
              <a:solidFill>
                <a:schemeClr val="bg1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2" name="圆角矩形 8">
            <a:extLst>
              <a:ext uri="{FF2B5EF4-FFF2-40B4-BE49-F238E27FC236}">
                <a16:creationId xmlns:a16="http://schemas.microsoft.com/office/drawing/2014/main" id="{F0920098-9F84-7B65-4327-C052F94FE8AF}"/>
              </a:ext>
            </a:extLst>
          </p:cNvPr>
          <p:cNvSpPr/>
          <p:nvPr/>
        </p:nvSpPr>
        <p:spPr>
          <a:xfrm>
            <a:off x="1238400" y="601942"/>
            <a:ext cx="4497560" cy="5255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思源宋体 CN" pitchFamily="18" charset="-122"/>
                <a:ea typeface="思源宋体 CN" pitchFamily="18" charset="-122"/>
              </a:rPr>
              <a:t>任务准备以及工作设想</a:t>
            </a:r>
          </a:p>
          <a:p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DFE33D-73E3-33EC-AD03-F0BB3EC9AF41}"/>
              </a:ext>
            </a:extLst>
          </p:cNvPr>
          <p:cNvSpPr txBox="1"/>
          <p:nvPr/>
        </p:nvSpPr>
        <p:spPr>
          <a:xfrm>
            <a:off x="1415480" y="3111694"/>
            <a:ext cx="27237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数据：下载预处理 </a:t>
            </a:r>
            <a:r>
              <a:rPr lang="en-US" altLang="zh-CN" b="1" dirty="0">
                <a:solidFill>
                  <a:schemeClr val="tx2"/>
                </a:solidFill>
              </a:rPr>
              <a:t>2 </a:t>
            </a:r>
            <a:r>
              <a:rPr lang="zh-CN" altLang="en-US" dirty="0">
                <a:solidFill>
                  <a:schemeClr val="tx2"/>
                </a:solidFill>
              </a:rPr>
              <a:t>个数据集，缺失值 </a:t>
            </a:r>
            <a:r>
              <a:rPr lang="en-US" altLang="zh-CN" dirty="0">
                <a:solidFill>
                  <a:schemeClr val="tx2"/>
                </a:solidFill>
              </a:rPr>
              <a:t>/ </a:t>
            </a:r>
            <a:r>
              <a:rPr lang="zh-CN" altLang="en-US" dirty="0">
                <a:solidFill>
                  <a:schemeClr val="tx2"/>
                </a:solidFill>
              </a:rPr>
              <a:t>异常值处理，时间划分训练测试集 </a:t>
            </a:r>
            <a:endParaRPr lang="en-US" altLang="zh-CN" dirty="0">
              <a:solidFill>
                <a:schemeClr val="tx2"/>
              </a:solidFill>
            </a:endParaRP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调研：精读 </a:t>
            </a:r>
            <a:r>
              <a:rPr lang="en-US" altLang="zh-CN" b="1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en-US" dirty="0">
                <a:solidFill>
                  <a:schemeClr val="tx2"/>
                </a:solidFill>
              </a:rPr>
              <a:t>篇核心，泛读 </a:t>
            </a:r>
            <a:r>
              <a:rPr lang="en-US" altLang="zh-CN" b="1" dirty="0">
                <a:solidFill>
                  <a:schemeClr val="tx2"/>
                </a:solidFill>
              </a:rPr>
              <a:t>5 </a:t>
            </a:r>
            <a:r>
              <a:rPr lang="zh-CN" altLang="en-US" dirty="0">
                <a:solidFill>
                  <a:schemeClr val="tx2"/>
                </a:solidFill>
              </a:rPr>
              <a:t>篇，整理表格分类与不平衡学习脉络 </a:t>
            </a:r>
            <a:endParaRPr lang="en-US" altLang="zh-CN" dirty="0">
              <a:solidFill>
                <a:schemeClr val="tx2"/>
              </a:solidFill>
            </a:endParaRP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实验：实现 </a:t>
            </a:r>
            <a:r>
              <a:rPr lang="en-US" altLang="zh-CN" b="1" dirty="0" err="1">
                <a:solidFill>
                  <a:schemeClr val="tx2"/>
                </a:solidFill>
              </a:rPr>
              <a:t>LightGBM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en-US" dirty="0">
                <a:solidFill>
                  <a:schemeClr val="tx2"/>
                </a:solidFill>
              </a:rPr>
              <a:t>基线，完成基础特征工程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545289-E880-2332-454C-3E85C8474EDC}"/>
              </a:ext>
            </a:extLst>
          </p:cNvPr>
          <p:cNvSpPr txBox="1"/>
          <p:nvPr/>
        </p:nvSpPr>
        <p:spPr>
          <a:xfrm>
            <a:off x="4820153" y="3133795"/>
            <a:ext cx="34510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特征工程：加入</a:t>
            </a:r>
            <a:r>
              <a:rPr lang="zh-CN" altLang="en-US" b="1" dirty="0">
                <a:solidFill>
                  <a:schemeClr val="tx2"/>
                </a:solidFill>
              </a:rPr>
              <a:t> </a:t>
            </a:r>
            <a:r>
              <a:rPr lang="en-US" altLang="zh-CN" b="1" dirty="0">
                <a:solidFill>
                  <a:schemeClr val="tx2"/>
                </a:solidFill>
              </a:rPr>
              <a:t>WOE </a:t>
            </a:r>
            <a:r>
              <a:rPr lang="zh-CN" altLang="en-US" dirty="0">
                <a:solidFill>
                  <a:schemeClr val="tx2"/>
                </a:solidFill>
              </a:rPr>
              <a:t>编码、比率型衍生特征 </a:t>
            </a:r>
            <a:endParaRPr lang="en-US" altLang="zh-CN" dirty="0">
              <a:solidFill>
                <a:schemeClr val="tx2"/>
              </a:solidFill>
            </a:endParaRP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调参：</a:t>
            </a:r>
            <a:r>
              <a:rPr lang="en-US" altLang="zh-CN" b="1" dirty="0" err="1">
                <a:solidFill>
                  <a:schemeClr val="tx2"/>
                </a:solidFill>
              </a:rPr>
              <a:t>LightGBM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en-US" dirty="0">
                <a:solidFill>
                  <a:schemeClr val="tx2"/>
                </a:solidFill>
              </a:rPr>
              <a:t>精细调参至最优基线 </a:t>
            </a:r>
            <a:endParaRPr lang="en-US" altLang="zh-CN" dirty="0">
              <a:solidFill>
                <a:schemeClr val="tx2"/>
              </a:solidFill>
            </a:endParaRP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新模型：实现 </a:t>
            </a:r>
            <a:r>
              <a:rPr lang="en-US" altLang="zh-CN" b="1" dirty="0" err="1">
                <a:solidFill>
                  <a:schemeClr val="tx2"/>
                </a:solidFill>
              </a:rPr>
              <a:t>MLP+Embedding</a:t>
            </a:r>
            <a:r>
              <a:rPr lang="zh-CN" altLang="en-US" dirty="0">
                <a:solidFill>
                  <a:schemeClr val="tx2"/>
                </a:solidFill>
              </a:rPr>
              <a:t>，对比不同损失函数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4004FD-2B72-5581-41CE-D96BB7925D84}"/>
              </a:ext>
            </a:extLst>
          </p:cNvPr>
          <p:cNvSpPr txBox="1"/>
          <p:nvPr/>
        </p:nvSpPr>
        <p:spPr>
          <a:xfrm>
            <a:off x="8271162" y="3111694"/>
            <a:ext cx="29047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模型对比：实现 </a:t>
            </a:r>
            <a:r>
              <a:rPr lang="en-US" altLang="zh-CN" b="1" dirty="0">
                <a:solidFill>
                  <a:schemeClr val="tx2"/>
                </a:solidFill>
              </a:rPr>
              <a:t>FT-Transforme</a:t>
            </a:r>
            <a:r>
              <a:rPr lang="en-US" altLang="zh-CN" dirty="0">
                <a:solidFill>
                  <a:schemeClr val="tx2"/>
                </a:solidFill>
              </a:rPr>
              <a:t>r</a:t>
            </a:r>
            <a:r>
              <a:rPr lang="zh-CN" altLang="en-US" dirty="0">
                <a:solidFill>
                  <a:schemeClr val="tx2"/>
                </a:solidFill>
              </a:rPr>
              <a:t>，与 </a:t>
            </a:r>
            <a:r>
              <a:rPr lang="en-US" altLang="zh-CN" b="1" dirty="0">
                <a:solidFill>
                  <a:schemeClr val="tx2"/>
                </a:solidFill>
              </a:rPr>
              <a:t>GBDT</a:t>
            </a:r>
            <a:r>
              <a:rPr lang="zh-CN" altLang="en-US" dirty="0">
                <a:solidFill>
                  <a:schemeClr val="tx2"/>
                </a:solidFill>
              </a:rPr>
              <a:t>、</a:t>
            </a:r>
            <a:r>
              <a:rPr lang="en-US" altLang="zh-CN" b="1" dirty="0">
                <a:solidFill>
                  <a:schemeClr val="tx2"/>
                </a:solidFill>
              </a:rPr>
              <a:t>MLP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en-US" dirty="0">
                <a:solidFill>
                  <a:schemeClr val="tx2"/>
                </a:solidFill>
              </a:rPr>
              <a:t>对比 </a:t>
            </a:r>
            <a:endParaRPr lang="en-US" altLang="zh-CN" dirty="0">
              <a:solidFill>
                <a:schemeClr val="tx2"/>
              </a:solidFill>
            </a:endParaRP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实验：概率校准、代价阈值优化、消融实验 </a:t>
            </a:r>
            <a:endParaRPr lang="en-US" altLang="zh-CN" dirty="0">
              <a:solidFill>
                <a:schemeClr val="tx2"/>
              </a:solidFill>
            </a:endParaRPr>
          </a:p>
          <a:p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分析：</a:t>
            </a:r>
            <a:r>
              <a:rPr lang="en-US" altLang="zh-CN" b="1" dirty="0">
                <a:solidFill>
                  <a:schemeClr val="tx2"/>
                </a:solidFill>
              </a:rPr>
              <a:t>SHAP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en-US" dirty="0">
                <a:solidFill>
                  <a:schemeClr val="tx2"/>
                </a:solidFill>
              </a:rPr>
              <a:t>可解释性分析 交付：整理结果、开发展示界面、撰写报告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/>
      <p:bldP spid="22" grpId="0" animBg="1"/>
      <p:bldP spid="23" grpId="0" animBg="1"/>
      <p:bldP spid="25" grpId="0"/>
      <p:bldP spid="31" grpId="0" animBg="1"/>
      <p:bldP spid="32" grpId="0" animBg="1"/>
      <p:bldP spid="33" grpId="0"/>
      <p:bldP spid="35" grpId="0" animBg="1"/>
      <p:bldP spid="4" grpId="0"/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3905-3DA3-3099-2079-7B2C1433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占位符 24">
            <a:extLst>
              <a:ext uri="{FF2B5EF4-FFF2-40B4-BE49-F238E27FC236}">
                <a16:creationId xmlns:a16="http://schemas.microsoft.com/office/drawing/2014/main" id="{B7BF1991-BA02-3C3B-05D9-A78DCDE5E038}"/>
              </a:ext>
            </a:extLst>
          </p:cNvPr>
          <p:cNvSpPr txBox="1"/>
          <p:nvPr/>
        </p:nvSpPr>
        <p:spPr>
          <a:xfrm>
            <a:off x="3926174" y="3109380"/>
            <a:ext cx="4339650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60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5400" dirty="0">
                <a:solidFill>
                  <a:schemeClr val="tx2"/>
                </a:solidFill>
                <a:effectLst/>
                <a:latin typeface="思源宋体 CN" pitchFamily="18" charset="-122"/>
                <a:ea typeface="思源宋体 CN" pitchFamily="18" charset="-122"/>
              </a:rPr>
              <a:t>小组分工情况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E4856BC-2315-BE60-657F-A200842BBECB}"/>
              </a:ext>
            </a:extLst>
          </p:cNvPr>
          <p:cNvSpPr/>
          <p:nvPr/>
        </p:nvSpPr>
        <p:spPr bwMode="auto">
          <a:xfrm>
            <a:off x="5471005" y="1868359"/>
            <a:ext cx="1249989" cy="112700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+mj-lt"/>
              </a:rPr>
              <a:t>04</a:t>
            </a:r>
            <a:endParaRPr lang="zh-CN" altLang="en-US" sz="4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120555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623393" y="425542"/>
            <a:ext cx="3744415" cy="5255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+mj-ea"/>
                <a:ea typeface="+mj-ea"/>
              </a:rPr>
              <a:t>        小组分工情况</a:t>
            </a:r>
          </a:p>
        </p:txBody>
      </p:sp>
      <p:sp>
        <p:nvSpPr>
          <p:cNvPr id="16" name="Freeform 5"/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04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F4FE9AF-608D-C222-33F5-87554C5B3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031570"/>
              </p:ext>
            </p:extLst>
          </p:nvPr>
        </p:nvGraphicFramePr>
        <p:xfrm>
          <a:off x="1238400" y="1700808"/>
          <a:ext cx="9721080" cy="3960439"/>
        </p:xfrm>
        <a:graphic>
          <a:graphicData uri="http://schemas.openxmlformats.org/drawingml/2006/table">
            <a:tbl>
              <a:tblPr>
                <a:effectLst>
                  <a:outerShdw dir="5400000" algn="ctr" rotWithShape="0">
                    <a:schemeClr val="tx1"/>
                  </a:outerShdw>
                </a:effectLst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636660058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69554460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1604462166"/>
                    </a:ext>
                  </a:extLst>
                </a:gridCol>
              </a:tblGrid>
              <a:tr h="719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成员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核心职责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关键成果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9859"/>
                  </a:ext>
                </a:extLst>
              </a:tr>
              <a:tr h="1622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王浩晨</a:t>
                      </a:r>
                      <a:endParaRPr lang="en-US" sz="20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贷款违约数据集理解、清洗与特征工程，分析金融风控核心变量与违约的相关性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字段说明表、预处理流程图、清洗后训练集、核心特征分析图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69080"/>
                  </a:ext>
                </a:extLst>
              </a:tr>
              <a:tr h="1617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杨佳汉</a:t>
                      </a:r>
                      <a:endParaRPr lang="en-US" sz="20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搭建基础模型与强基线，训练 </a:t>
                      </a:r>
                      <a:r>
                        <a:rPr lang="en-US" altLang="zh-CN" sz="1800" b="1" dirty="0" err="1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LightGBM</a:t>
                      </a:r>
                      <a:r>
                        <a:rPr lang="zh-CN" altLang="en-US" sz="18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，多指标对比模型性能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多模型实验对比表、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ROC/PR </a:t>
                      </a:r>
                      <a:r>
                        <a:rPr lang="zh-CN" altLang="en-US" sz="18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曲线、混淆矩阵、性能分析报告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472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1E9E-7B3B-FE09-8703-9265D621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>
            <a:extLst>
              <a:ext uri="{FF2B5EF4-FFF2-40B4-BE49-F238E27FC236}">
                <a16:creationId xmlns:a16="http://schemas.microsoft.com/office/drawing/2014/main" id="{3D3C2376-E19C-B7A1-144D-DFCBFA78ECC0}"/>
              </a:ext>
            </a:extLst>
          </p:cNvPr>
          <p:cNvSpPr/>
          <p:nvPr/>
        </p:nvSpPr>
        <p:spPr>
          <a:xfrm>
            <a:off x="623393" y="425542"/>
            <a:ext cx="3744415" cy="5255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2"/>
                </a:solidFill>
                <a:latin typeface="+mj-ea"/>
                <a:ea typeface="+mj-ea"/>
              </a:rPr>
              <a:t>        小组分工情况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9A088A13-7A93-1A9F-F8A8-1B1469FB776F}"/>
              </a:ext>
            </a:extLst>
          </p:cNvPr>
          <p:cNvSpPr/>
          <p:nvPr/>
        </p:nvSpPr>
        <p:spPr bwMode="auto">
          <a:xfrm>
            <a:off x="622629" y="407610"/>
            <a:ext cx="615771" cy="55518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2"/>
          </a:solidFill>
          <a:ln w="57150" cap="flat">
            <a:noFill/>
            <a:prstDash val="solid"/>
            <a:miter lim="800000"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04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F1AE932-3D7B-2912-1E14-316508B51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14737"/>
              </p:ext>
            </p:extLst>
          </p:nvPr>
        </p:nvGraphicFramePr>
        <p:xfrm>
          <a:off x="1238400" y="1700808"/>
          <a:ext cx="9721080" cy="3960439"/>
        </p:xfrm>
        <a:graphic>
          <a:graphicData uri="http://schemas.openxmlformats.org/drawingml/2006/table">
            <a:tbl>
              <a:tblPr>
                <a:effectLst>
                  <a:outerShdw dir="5400000" algn="ctr" rotWithShape="0">
                    <a:schemeClr val="tx1"/>
                  </a:outerShdw>
                </a:effectLst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636660058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69554460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1604462166"/>
                    </a:ext>
                  </a:extLst>
                </a:gridCol>
              </a:tblGrid>
              <a:tr h="719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成员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核心职责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关键成果</a:t>
                      </a: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9859"/>
                  </a:ext>
                </a:extLst>
              </a:tr>
              <a:tr h="1622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杨子佑</a:t>
                      </a:r>
                      <a:endParaRPr lang="en-US" sz="20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解决类别不平衡问题（权重 </a:t>
                      </a:r>
                      <a:r>
                        <a:rPr lang="en-US" altLang="zh-CN" dirty="0"/>
                        <a:t>/ </a:t>
                      </a:r>
                      <a:r>
                        <a:rPr lang="zh-CN" altLang="en-US" dirty="0"/>
                        <a:t>采样 </a:t>
                      </a:r>
                      <a:r>
                        <a:rPr lang="en-US" altLang="zh-CN" dirty="0"/>
                        <a:t>/ </a:t>
                      </a:r>
                      <a:r>
                        <a:rPr lang="en-US" altLang="zh-CN" b="1" dirty="0"/>
                        <a:t>SMOTE</a:t>
                      </a:r>
                      <a:r>
                        <a:rPr lang="zh-CN" altLang="en-US" dirty="0"/>
                        <a:t>），用 </a:t>
                      </a:r>
                      <a:r>
                        <a:rPr lang="en-US" altLang="zh-CN" b="1" dirty="0"/>
                        <a:t>SHAP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做模型全局与单样本可解释性分析</a:t>
                      </a:r>
                      <a:endParaRPr lang="zh-CN" altLang="en-US" sz="18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不平衡策略对比表、</a:t>
                      </a:r>
                      <a:r>
                        <a:rPr lang="en-US" altLang="zh-CN" b="1" dirty="0"/>
                        <a:t>SHAP </a:t>
                      </a:r>
                      <a:r>
                        <a:rPr lang="zh-CN" altLang="en-US" dirty="0"/>
                        <a:t>特征重要性图、单样本解释案例、业务阈值分析</a:t>
                      </a:r>
                      <a:endParaRPr lang="zh-CN" altLang="en-US" sz="18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69080"/>
                  </a:ext>
                </a:extLst>
              </a:tr>
              <a:tr h="1617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n>
                            <a:noFill/>
                          </a:ln>
                          <a:effectLst>
                            <a:glow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赵栩</a:t>
                      </a:r>
                      <a:endParaRPr lang="en-US" sz="20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相关文献调研与论文精读，搭建 </a:t>
                      </a:r>
                      <a:r>
                        <a:rPr lang="en-US" altLang="zh-CN" b="1" dirty="0" err="1"/>
                        <a:t>Streamlit</a:t>
                      </a:r>
                      <a:r>
                        <a:rPr lang="en-US" altLang="zh-CN" b="1" dirty="0"/>
                        <a:t>/</a:t>
                      </a:r>
                      <a:r>
                        <a:rPr lang="en-US" altLang="zh-CN" b="1" dirty="0" err="1"/>
                        <a:t>Gradio</a:t>
                      </a:r>
                      <a:r>
                        <a:rPr lang="en-US" altLang="zh-CN" b="1" dirty="0"/>
                        <a:t> </a:t>
                      </a:r>
                      <a:r>
                        <a:rPr lang="zh-CN" altLang="en-US" dirty="0"/>
                        <a:t>展示界面，整合汇报 </a:t>
                      </a:r>
                      <a:r>
                        <a:rPr lang="en-US" altLang="zh-CN" b="1" dirty="0"/>
                        <a:t>PPT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与逻辑</a:t>
                      </a:r>
                      <a:endParaRPr lang="zh-CN" altLang="en-US" sz="18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文献调研表、</a:t>
                      </a:r>
                      <a:r>
                        <a:rPr lang="en-US" altLang="zh-CN" dirty="0"/>
                        <a:t>2 </a:t>
                      </a:r>
                      <a:r>
                        <a:rPr lang="zh-CN" altLang="en-US" dirty="0"/>
                        <a:t>篇重点论文解读、交互展示系统</a:t>
                      </a:r>
                      <a:endParaRPr lang="zh-CN" altLang="en-US" sz="1800" dirty="0">
                        <a:ln>
                          <a:noFill/>
                        </a:ln>
                        <a:effectLst>
                          <a:glow>
                            <a:schemeClr val="accent1"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8654" marR="8654" marT="8654" marB="865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47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453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/>
        </p:nvSpPr>
        <p:spPr>
          <a:xfrm>
            <a:off x="3182380" y="3279982"/>
            <a:ext cx="582723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4400" dirty="0">
                <a:solidFill>
                  <a:schemeClr val="tx2"/>
                </a:solidFill>
                <a:effectLst/>
              </a:rPr>
              <a:t>恳请各位老师批评指正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5367501" y="642438"/>
            <a:ext cx="1455417" cy="1444054"/>
            <a:chOff x="5367501" y="642438"/>
            <a:chExt cx="1455417" cy="1444054"/>
          </a:xfrm>
        </p:grpSpPr>
        <p:sp>
          <p:nvSpPr>
            <p:cNvPr id="52" name="Freeform 5"/>
            <p:cNvSpPr/>
            <p:nvPr/>
          </p:nvSpPr>
          <p:spPr bwMode="auto">
            <a:xfrm>
              <a:off x="5367501" y="642438"/>
              <a:ext cx="1455417" cy="1444054"/>
            </a:xfrm>
            <a:custGeom>
              <a:avLst/>
              <a:gdLst>
                <a:gd name="T0" fmla="*/ 26 w 2150"/>
                <a:gd name="T1" fmla="*/ 1247 h 2134"/>
                <a:gd name="T2" fmla="*/ 43 w 2150"/>
                <a:gd name="T3" fmla="*/ 927 h 2134"/>
                <a:gd name="T4" fmla="*/ 62 w 2150"/>
                <a:gd name="T5" fmla="*/ 713 h 2134"/>
                <a:gd name="T6" fmla="*/ 247 w 2150"/>
                <a:gd name="T7" fmla="*/ 485 h 2134"/>
                <a:gd name="T8" fmla="*/ 269 w 2150"/>
                <a:gd name="T9" fmla="*/ 340 h 2134"/>
                <a:gd name="T10" fmla="*/ 431 w 2150"/>
                <a:gd name="T11" fmla="*/ 252 h 2134"/>
                <a:gd name="T12" fmla="*/ 684 w 2150"/>
                <a:gd name="T13" fmla="*/ 107 h 2134"/>
                <a:gd name="T14" fmla="*/ 878 w 2150"/>
                <a:gd name="T15" fmla="*/ 18 h 2134"/>
                <a:gd name="T16" fmla="*/ 1043 w 2150"/>
                <a:gd name="T17" fmla="*/ 79 h 2134"/>
                <a:gd name="T18" fmla="*/ 1242 w 2150"/>
                <a:gd name="T19" fmla="*/ 30 h 2134"/>
                <a:gd name="T20" fmla="*/ 1417 w 2150"/>
                <a:gd name="T21" fmla="*/ 44 h 2134"/>
                <a:gd name="T22" fmla="*/ 1572 w 2150"/>
                <a:gd name="T23" fmla="*/ 213 h 2134"/>
                <a:gd name="T24" fmla="*/ 1752 w 2150"/>
                <a:gd name="T25" fmla="*/ 253 h 2134"/>
                <a:gd name="T26" fmla="*/ 1896 w 2150"/>
                <a:gd name="T27" fmla="*/ 394 h 2134"/>
                <a:gd name="T28" fmla="*/ 1985 w 2150"/>
                <a:gd name="T29" fmla="*/ 636 h 2134"/>
                <a:gd name="T30" fmla="*/ 2115 w 2150"/>
                <a:gd name="T31" fmla="*/ 739 h 2134"/>
                <a:gd name="T32" fmla="*/ 2113 w 2150"/>
                <a:gd name="T33" fmla="*/ 919 h 2134"/>
                <a:gd name="T34" fmla="*/ 2092 w 2150"/>
                <a:gd name="T35" fmla="*/ 1175 h 2134"/>
                <a:gd name="T36" fmla="*/ 2141 w 2150"/>
                <a:gd name="T37" fmla="*/ 1301 h 2134"/>
                <a:gd name="T38" fmla="*/ 2057 w 2150"/>
                <a:gd name="T39" fmla="*/ 1448 h 2134"/>
                <a:gd name="T40" fmla="*/ 1905 w 2150"/>
                <a:gd name="T41" fmla="*/ 1645 h 2134"/>
                <a:gd name="T42" fmla="*/ 1870 w 2150"/>
                <a:gd name="T43" fmla="*/ 1820 h 2134"/>
                <a:gd name="T44" fmla="*/ 1722 w 2150"/>
                <a:gd name="T45" fmla="*/ 1886 h 2134"/>
                <a:gd name="T46" fmla="*/ 1498 w 2150"/>
                <a:gd name="T47" fmla="*/ 1987 h 2134"/>
                <a:gd name="T48" fmla="*/ 1367 w 2150"/>
                <a:gd name="T49" fmla="*/ 2123 h 2134"/>
                <a:gd name="T50" fmla="*/ 1220 w 2150"/>
                <a:gd name="T51" fmla="*/ 2095 h 2134"/>
                <a:gd name="T52" fmla="*/ 1071 w 2150"/>
                <a:gd name="T53" fmla="*/ 2057 h 2134"/>
                <a:gd name="T54" fmla="*/ 903 w 2150"/>
                <a:gd name="T55" fmla="*/ 2110 h 2134"/>
                <a:gd name="T56" fmla="*/ 743 w 2150"/>
                <a:gd name="T57" fmla="*/ 2100 h 2134"/>
                <a:gd name="T58" fmla="*/ 612 w 2150"/>
                <a:gd name="T59" fmla="*/ 1947 h 2134"/>
                <a:gd name="T60" fmla="*/ 447 w 2150"/>
                <a:gd name="T61" fmla="*/ 1887 h 2134"/>
                <a:gd name="T62" fmla="*/ 279 w 2150"/>
                <a:gd name="T63" fmla="*/ 1816 h 2134"/>
                <a:gd name="T64" fmla="*/ 253 w 2150"/>
                <a:gd name="T65" fmla="*/ 1696 h 2134"/>
                <a:gd name="T66" fmla="*/ 102 w 2150"/>
                <a:gd name="T67" fmla="*/ 1453 h 2134"/>
                <a:gd name="T68" fmla="*/ 10 w 2150"/>
                <a:gd name="T69" fmla="*/ 1319 h 2134"/>
                <a:gd name="T70" fmla="*/ 1235 w 2150"/>
                <a:gd name="T71" fmla="*/ 1906 h 2134"/>
                <a:gd name="T72" fmla="*/ 1932 w 2150"/>
                <a:gd name="T73" fmla="*/ 1080 h 2134"/>
                <a:gd name="T74" fmla="*/ 982 w 2150"/>
                <a:gd name="T75" fmla="*/ 223 h 2134"/>
                <a:gd name="T76" fmla="*/ 223 w 2150"/>
                <a:gd name="T77" fmla="*/ 1140 h 2134"/>
                <a:gd name="T78" fmla="*/ 1076 w 2150"/>
                <a:gd name="T79" fmla="*/ 1920 h 2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0" h="2134">
                  <a:moveTo>
                    <a:pt x="10" y="1319"/>
                  </a:moveTo>
                  <a:cubicBezTo>
                    <a:pt x="9" y="1293"/>
                    <a:pt x="17" y="1269"/>
                    <a:pt x="26" y="1247"/>
                  </a:cubicBezTo>
                  <a:cubicBezTo>
                    <a:pt x="40" y="1216"/>
                    <a:pt x="57" y="1185"/>
                    <a:pt x="67" y="1153"/>
                  </a:cubicBezTo>
                  <a:cubicBezTo>
                    <a:pt x="94" y="1074"/>
                    <a:pt x="82" y="999"/>
                    <a:pt x="43" y="927"/>
                  </a:cubicBezTo>
                  <a:cubicBezTo>
                    <a:pt x="30" y="904"/>
                    <a:pt x="19" y="880"/>
                    <a:pt x="13" y="855"/>
                  </a:cubicBezTo>
                  <a:cubicBezTo>
                    <a:pt x="0" y="797"/>
                    <a:pt x="18" y="750"/>
                    <a:pt x="62" y="713"/>
                  </a:cubicBezTo>
                  <a:cubicBezTo>
                    <a:pt x="82" y="696"/>
                    <a:pt x="105" y="683"/>
                    <a:pt x="126" y="668"/>
                  </a:cubicBezTo>
                  <a:cubicBezTo>
                    <a:pt x="191" y="623"/>
                    <a:pt x="233" y="563"/>
                    <a:pt x="247" y="485"/>
                  </a:cubicBezTo>
                  <a:cubicBezTo>
                    <a:pt x="251" y="462"/>
                    <a:pt x="252" y="438"/>
                    <a:pt x="253" y="414"/>
                  </a:cubicBezTo>
                  <a:cubicBezTo>
                    <a:pt x="255" y="388"/>
                    <a:pt x="259" y="364"/>
                    <a:pt x="269" y="340"/>
                  </a:cubicBezTo>
                  <a:cubicBezTo>
                    <a:pt x="288" y="294"/>
                    <a:pt x="324" y="268"/>
                    <a:pt x="372" y="258"/>
                  </a:cubicBezTo>
                  <a:cubicBezTo>
                    <a:pt x="392" y="254"/>
                    <a:pt x="411" y="253"/>
                    <a:pt x="431" y="252"/>
                  </a:cubicBezTo>
                  <a:cubicBezTo>
                    <a:pt x="492" y="249"/>
                    <a:pt x="549" y="235"/>
                    <a:pt x="599" y="200"/>
                  </a:cubicBezTo>
                  <a:cubicBezTo>
                    <a:pt x="634" y="175"/>
                    <a:pt x="662" y="144"/>
                    <a:pt x="684" y="107"/>
                  </a:cubicBezTo>
                  <a:cubicBezTo>
                    <a:pt x="699" y="83"/>
                    <a:pt x="715" y="60"/>
                    <a:pt x="737" y="42"/>
                  </a:cubicBezTo>
                  <a:cubicBezTo>
                    <a:pt x="779" y="6"/>
                    <a:pt x="827" y="0"/>
                    <a:pt x="878" y="18"/>
                  </a:cubicBezTo>
                  <a:cubicBezTo>
                    <a:pt x="896" y="24"/>
                    <a:pt x="913" y="33"/>
                    <a:pt x="930" y="41"/>
                  </a:cubicBezTo>
                  <a:cubicBezTo>
                    <a:pt x="966" y="60"/>
                    <a:pt x="1003" y="74"/>
                    <a:pt x="1043" y="79"/>
                  </a:cubicBezTo>
                  <a:cubicBezTo>
                    <a:pt x="1091" y="84"/>
                    <a:pt x="1138" y="78"/>
                    <a:pt x="1182" y="59"/>
                  </a:cubicBezTo>
                  <a:cubicBezTo>
                    <a:pt x="1203" y="51"/>
                    <a:pt x="1222" y="40"/>
                    <a:pt x="1242" y="30"/>
                  </a:cubicBezTo>
                  <a:cubicBezTo>
                    <a:pt x="1266" y="19"/>
                    <a:pt x="1292" y="10"/>
                    <a:pt x="1319" y="9"/>
                  </a:cubicBezTo>
                  <a:cubicBezTo>
                    <a:pt x="1357" y="7"/>
                    <a:pt x="1389" y="19"/>
                    <a:pt x="1417" y="44"/>
                  </a:cubicBezTo>
                  <a:cubicBezTo>
                    <a:pt x="1436" y="61"/>
                    <a:pt x="1450" y="80"/>
                    <a:pt x="1463" y="101"/>
                  </a:cubicBezTo>
                  <a:cubicBezTo>
                    <a:pt x="1491" y="147"/>
                    <a:pt x="1525" y="185"/>
                    <a:pt x="1572" y="213"/>
                  </a:cubicBezTo>
                  <a:cubicBezTo>
                    <a:pt x="1608" y="233"/>
                    <a:pt x="1646" y="245"/>
                    <a:pt x="1686" y="249"/>
                  </a:cubicBezTo>
                  <a:cubicBezTo>
                    <a:pt x="1708" y="251"/>
                    <a:pt x="1730" y="251"/>
                    <a:pt x="1752" y="253"/>
                  </a:cubicBezTo>
                  <a:cubicBezTo>
                    <a:pt x="1799" y="258"/>
                    <a:pt x="1841" y="274"/>
                    <a:pt x="1869" y="315"/>
                  </a:cubicBezTo>
                  <a:cubicBezTo>
                    <a:pt x="1886" y="339"/>
                    <a:pt x="1893" y="366"/>
                    <a:pt x="1896" y="394"/>
                  </a:cubicBezTo>
                  <a:cubicBezTo>
                    <a:pt x="1899" y="419"/>
                    <a:pt x="1899" y="445"/>
                    <a:pt x="1902" y="470"/>
                  </a:cubicBezTo>
                  <a:cubicBezTo>
                    <a:pt x="1910" y="535"/>
                    <a:pt x="1938" y="590"/>
                    <a:pt x="1985" y="636"/>
                  </a:cubicBezTo>
                  <a:cubicBezTo>
                    <a:pt x="2005" y="655"/>
                    <a:pt x="2028" y="671"/>
                    <a:pt x="2051" y="685"/>
                  </a:cubicBezTo>
                  <a:cubicBezTo>
                    <a:pt x="2076" y="700"/>
                    <a:pt x="2098" y="717"/>
                    <a:pt x="2115" y="739"/>
                  </a:cubicBezTo>
                  <a:cubicBezTo>
                    <a:pt x="2145" y="779"/>
                    <a:pt x="2150" y="823"/>
                    <a:pt x="2135" y="869"/>
                  </a:cubicBezTo>
                  <a:cubicBezTo>
                    <a:pt x="2129" y="886"/>
                    <a:pt x="2121" y="903"/>
                    <a:pt x="2113" y="919"/>
                  </a:cubicBezTo>
                  <a:cubicBezTo>
                    <a:pt x="2095" y="951"/>
                    <a:pt x="2081" y="985"/>
                    <a:pt x="2075" y="1022"/>
                  </a:cubicBezTo>
                  <a:cubicBezTo>
                    <a:pt x="2065" y="1074"/>
                    <a:pt x="2071" y="1126"/>
                    <a:pt x="2092" y="1175"/>
                  </a:cubicBezTo>
                  <a:cubicBezTo>
                    <a:pt x="2098" y="1190"/>
                    <a:pt x="2105" y="1204"/>
                    <a:pt x="2112" y="1218"/>
                  </a:cubicBezTo>
                  <a:cubicBezTo>
                    <a:pt x="2125" y="1245"/>
                    <a:pt x="2138" y="1272"/>
                    <a:pt x="2141" y="1301"/>
                  </a:cubicBezTo>
                  <a:cubicBezTo>
                    <a:pt x="2145" y="1335"/>
                    <a:pt x="2137" y="1366"/>
                    <a:pt x="2117" y="1394"/>
                  </a:cubicBezTo>
                  <a:cubicBezTo>
                    <a:pt x="2101" y="1416"/>
                    <a:pt x="2081" y="1434"/>
                    <a:pt x="2057" y="1448"/>
                  </a:cubicBezTo>
                  <a:cubicBezTo>
                    <a:pt x="2024" y="1468"/>
                    <a:pt x="1994" y="1490"/>
                    <a:pt x="1968" y="1518"/>
                  </a:cubicBezTo>
                  <a:cubicBezTo>
                    <a:pt x="1936" y="1555"/>
                    <a:pt x="1915" y="1597"/>
                    <a:pt x="1905" y="1645"/>
                  </a:cubicBezTo>
                  <a:cubicBezTo>
                    <a:pt x="1900" y="1671"/>
                    <a:pt x="1898" y="1696"/>
                    <a:pt x="1897" y="1722"/>
                  </a:cubicBezTo>
                  <a:cubicBezTo>
                    <a:pt x="1896" y="1756"/>
                    <a:pt x="1890" y="1790"/>
                    <a:pt x="1870" y="1820"/>
                  </a:cubicBezTo>
                  <a:cubicBezTo>
                    <a:pt x="1850" y="1851"/>
                    <a:pt x="1820" y="1870"/>
                    <a:pt x="1784" y="1879"/>
                  </a:cubicBezTo>
                  <a:cubicBezTo>
                    <a:pt x="1764" y="1884"/>
                    <a:pt x="1743" y="1886"/>
                    <a:pt x="1722" y="1886"/>
                  </a:cubicBezTo>
                  <a:cubicBezTo>
                    <a:pt x="1671" y="1887"/>
                    <a:pt x="1621" y="1897"/>
                    <a:pt x="1576" y="1923"/>
                  </a:cubicBezTo>
                  <a:cubicBezTo>
                    <a:pt x="1546" y="1939"/>
                    <a:pt x="1519" y="1960"/>
                    <a:pt x="1498" y="1987"/>
                  </a:cubicBezTo>
                  <a:cubicBezTo>
                    <a:pt x="1481" y="2010"/>
                    <a:pt x="1465" y="2034"/>
                    <a:pt x="1449" y="2057"/>
                  </a:cubicBezTo>
                  <a:cubicBezTo>
                    <a:pt x="1428" y="2087"/>
                    <a:pt x="1402" y="2111"/>
                    <a:pt x="1367" y="2123"/>
                  </a:cubicBezTo>
                  <a:cubicBezTo>
                    <a:pt x="1334" y="2134"/>
                    <a:pt x="1302" y="2130"/>
                    <a:pt x="1271" y="2118"/>
                  </a:cubicBezTo>
                  <a:cubicBezTo>
                    <a:pt x="1253" y="2112"/>
                    <a:pt x="1237" y="2103"/>
                    <a:pt x="1220" y="2095"/>
                  </a:cubicBezTo>
                  <a:cubicBezTo>
                    <a:pt x="1189" y="2080"/>
                    <a:pt x="1158" y="2066"/>
                    <a:pt x="1123" y="2062"/>
                  </a:cubicBezTo>
                  <a:cubicBezTo>
                    <a:pt x="1106" y="2059"/>
                    <a:pt x="1088" y="2058"/>
                    <a:pt x="1071" y="2057"/>
                  </a:cubicBezTo>
                  <a:cubicBezTo>
                    <a:pt x="1035" y="2057"/>
                    <a:pt x="1000" y="2065"/>
                    <a:pt x="967" y="2079"/>
                  </a:cubicBezTo>
                  <a:cubicBezTo>
                    <a:pt x="945" y="2088"/>
                    <a:pt x="924" y="2100"/>
                    <a:pt x="903" y="2110"/>
                  </a:cubicBezTo>
                  <a:cubicBezTo>
                    <a:pt x="879" y="2121"/>
                    <a:pt x="853" y="2129"/>
                    <a:pt x="827" y="2129"/>
                  </a:cubicBezTo>
                  <a:cubicBezTo>
                    <a:pt x="795" y="2129"/>
                    <a:pt x="767" y="2119"/>
                    <a:pt x="743" y="2100"/>
                  </a:cubicBezTo>
                  <a:cubicBezTo>
                    <a:pt x="718" y="2080"/>
                    <a:pt x="700" y="2054"/>
                    <a:pt x="683" y="2028"/>
                  </a:cubicBezTo>
                  <a:cubicBezTo>
                    <a:pt x="665" y="1997"/>
                    <a:pt x="641" y="1970"/>
                    <a:pt x="612" y="1947"/>
                  </a:cubicBezTo>
                  <a:cubicBezTo>
                    <a:pt x="576" y="1918"/>
                    <a:pt x="535" y="1901"/>
                    <a:pt x="490" y="1892"/>
                  </a:cubicBezTo>
                  <a:cubicBezTo>
                    <a:pt x="476" y="1889"/>
                    <a:pt x="461" y="1888"/>
                    <a:pt x="447" y="1887"/>
                  </a:cubicBezTo>
                  <a:cubicBezTo>
                    <a:pt x="417" y="1885"/>
                    <a:pt x="387" y="1885"/>
                    <a:pt x="358" y="1876"/>
                  </a:cubicBezTo>
                  <a:cubicBezTo>
                    <a:pt x="324" y="1865"/>
                    <a:pt x="297" y="1846"/>
                    <a:pt x="279" y="1816"/>
                  </a:cubicBezTo>
                  <a:cubicBezTo>
                    <a:pt x="266" y="1793"/>
                    <a:pt x="258" y="1769"/>
                    <a:pt x="256" y="1744"/>
                  </a:cubicBezTo>
                  <a:cubicBezTo>
                    <a:pt x="255" y="1728"/>
                    <a:pt x="254" y="1712"/>
                    <a:pt x="253" y="1696"/>
                  </a:cubicBezTo>
                  <a:cubicBezTo>
                    <a:pt x="250" y="1637"/>
                    <a:pt x="233" y="1582"/>
                    <a:pt x="196" y="1534"/>
                  </a:cubicBezTo>
                  <a:cubicBezTo>
                    <a:pt x="170" y="1501"/>
                    <a:pt x="138" y="1474"/>
                    <a:pt x="102" y="1453"/>
                  </a:cubicBezTo>
                  <a:cubicBezTo>
                    <a:pt x="73" y="1436"/>
                    <a:pt x="47" y="1415"/>
                    <a:pt x="29" y="1386"/>
                  </a:cubicBezTo>
                  <a:cubicBezTo>
                    <a:pt x="16" y="1365"/>
                    <a:pt x="9" y="1343"/>
                    <a:pt x="10" y="1319"/>
                  </a:cubicBezTo>
                  <a:close/>
                  <a:moveTo>
                    <a:pt x="1076" y="1920"/>
                  </a:moveTo>
                  <a:cubicBezTo>
                    <a:pt x="1129" y="1920"/>
                    <a:pt x="1182" y="1916"/>
                    <a:pt x="1235" y="1906"/>
                  </a:cubicBezTo>
                  <a:cubicBezTo>
                    <a:pt x="1393" y="1875"/>
                    <a:pt x="1534" y="1807"/>
                    <a:pt x="1652" y="1698"/>
                  </a:cubicBezTo>
                  <a:cubicBezTo>
                    <a:pt x="1832" y="1532"/>
                    <a:pt x="1927" y="1326"/>
                    <a:pt x="1932" y="1080"/>
                  </a:cubicBezTo>
                  <a:cubicBezTo>
                    <a:pt x="1933" y="1005"/>
                    <a:pt x="1925" y="932"/>
                    <a:pt x="1906" y="860"/>
                  </a:cubicBezTo>
                  <a:cubicBezTo>
                    <a:pt x="1804" y="460"/>
                    <a:pt x="1419" y="176"/>
                    <a:pt x="982" y="223"/>
                  </a:cubicBezTo>
                  <a:cubicBezTo>
                    <a:pt x="879" y="234"/>
                    <a:pt x="781" y="264"/>
                    <a:pt x="688" y="311"/>
                  </a:cubicBezTo>
                  <a:cubicBezTo>
                    <a:pt x="378" y="467"/>
                    <a:pt x="194" y="796"/>
                    <a:pt x="223" y="1140"/>
                  </a:cubicBezTo>
                  <a:cubicBezTo>
                    <a:pt x="229" y="1209"/>
                    <a:pt x="242" y="1275"/>
                    <a:pt x="265" y="1340"/>
                  </a:cubicBezTo>
                  <a:cubicBezTo>
                    <a:pt x="382" y="1687"/>
                    <a:pt x="708" y="1919"/>
                    <a:pt x="1076" y="1920"/>
                  </a:cubicBezTo>
                  <a:close/>
                </a:path>
              </a:pathLst>
            </a:custGeom>
            <a:solidFill>
              <a:srgbClr val="A5AF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5528583" y="800477"/>
              <a:ext cx="1129117" cy="1129119"/>
            </a:xfrm>
            <a:prstGeom prst="ellipse">
              <a:avLst/>
            </a:prstGeom>
            <a:solidFill>
              <a:srgbClr val="4F66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Freeform 6"/>
            <p:cNvSpPr/>
            <p:nvPr/>
          </p:nvSpPr>
          <p:spPr bwMode="auto">
            <a:xfrm>
              <a:off x="5498684" y="761229"/>
              <a:ext cx="1177553" cy="1185817"/>
            </a:xfrm>
            <a:custGeom>
              <a:avLst/>
              <a:gdLst>
                <a:gd name="T0" fmla="*/ 882 w 1739"/>
                <a:gd name="T1" fmla="*/ 1744 h 1752"/>
                <a:gd name="T2" fmla="*/ 71 w 1739"/>
                <a:gd name="T3" fmla="*/ 1164 h 1752"/>
                <a:gd name="T4" fmla="*/ 29 w 1739"/>
                <a:gd name="T5" fmla="*/ 964 h 1752"/>
                <a:gd name="T6" fmla="*/ 494 w 1739"/>
                <a:gd name="T7" fmla="*/ 135 h 1752"/>
                <a:gd name="T8" fmla="*/ 788 w 1739"/>
                <a:gd name="T9" fmla="*/ 47 h 1752"/>
                <a:gd name="T10" fmla="*/ 1712 w 1739"/>
                <a:gd name="T11" fmla="*/ 684 h 1752"/>
                <a:gd name="T12" fmla="*/ 1738 w 1739"/>
                <a:gd name="T13" fmla="*/ 904 h 1752"/>
                <a:gd name="T14" fmla="*/ 1458 w 1739"/>
                <a:gd name="T15" fmla="*/ 1522 h 1752"/>
                <a:gd name="T16" fmla="*/ 1041 w 1739"/>
                <a:gd name="T17" fmla="*/ 1730 h 1752"/>
                <a:gd name="T18" fmla="*/ 882 w 1739"/>
                <a:gd name="T19" fmla="*/ 1744 h 1752"/>
                <a:gd name="T20" fmla="*/ 1718 w 1739"/>
                <a:gd name="T21" fmla="*/ 893 h 1752"/>
                <a:gd name="T22" fmla="*/ 1712 w 1739"/>
                <a:gd name="T23" fmla="*/ 806 h 1752"/>
                <a:gd name="T24" fmla="*/ 1660 w 1739"/>
                <a:gd name="T25" fmla="*/ 592 h 1752"/>
                <a:gd name="T26" fmla="*/ 929 w 1739"/>
                <a:gd name="T27" fmla="*/ 64 h 1752"/>
                <a:gd name="T28" fmla="*/ 566 w 1739"/>
                <a:gd name="T29" fmla="*/ 125 h 1752"/>
                <a:gd name="T30" fmla="*/ 52 w 1739"/>
                <a:gd name="T31" fmla="*/ 988 h 1752"/>
                <a:gd name="T32" fmla="*/ 105 w 1739"/>
                <a:gd name="T33" fmla="*/ 1198 h 1752"/>
                <a:gd name="T34" fmla="*/ 954 w 1739"/>
                <a:gd name="T35" fmla="*/ 1720 h 1752"/>
                <a:gd name="T36" fmla="*/ 1196 w 1739"/>
                <a:gd name="T37" fmla="*/ 1662 h 1752"/>
                <a:gd name="T38" fmla="*/ 1718 w 1739"/>
                <a:gd name="T39" fmla="*/ 893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39" h="1752">
                  <a:moveTo>
                    <a:pt x="882" y="1744"/>
                  </a:moveTo>
                  <a:cubicBezTo>
                    <a:pt x="514" y="1743"/>
                    <a:pt x="188" y="1511"/>
                    <a:pt x="71" y="1164"/>
                  </a:cubicBezTo>
                  <a:cubicBezTo>
                    <a:pt x="48" y="1099"/>
                    <a:pt x="35" y="1033"/>
                    <a:pt x="29" y="964"/>
                  </a:cubicBezTo>
                  <a:cubicBezTo>
                    <a:pt x="0" y="620"/>
                    <a:pt x="184" y="291"/>
                    <a:pt x="494" y="135"/>
                  </a:cubicBezTo>
                  <a:cubicBezTo>
                    <a:pt x="587" y="88"/>
                    <a:pt x="685" y="58"/>
                    <a:pt x="788" y="47"/>
                  </a:cubicBezTo>
                  <a:cubicBezTo>
                    <a:pt x="1225" y="0"/>
                    <a:pt x="1610" y="284"/>
                    <a:pt x="1712" y="684"/>
                  </a:cubicBezTo>
                  <a:cubicBezTo>
                    <a:pt x="1731" y="756"/>
                    <a:pt x="1739" y="829"/>
                    <a:pt x="1738" y="904"/>
                  </a:cubicBezTo>
                  <a:cubicBezTo>
                    <a:pt x="1733" y="1150"/>
                    <a:pt x="1638" y="1356"/>
                    <a:pt x="1458" y="1522"/>
                  </a:cubicBezTo>
                  <a:cubicBezTo>
                    <a:pt x="1340" y="1631"/>
                    <a:pt x="1199" y="1699"/>
                    <a:pt x="1041" y="1730"/>
                  </a:cubicBezTo>
                  <a:cubicBezTo>
                    <a:pt x="988" y="1740"/>
                    <a:pt x="935" y="1744"/>
                    <a:pt x="882" y="1744"/>
                  </a:cubicBezTo>
                  <a:close/>
                  <a:moveTo>
                    <a:pt x="1718" y="893"/>
                  </a:moveTo>
                  <a:cubicBezTo>
                    <a:pt x="1716" y="864"/>
                    <a:pt x="1715" y="835"/>
                    <a:pt x="1712" y="806"/>
                  </a:cubicBezTo>
                  <a:cubicBezTo>
                    <a:pt x="1704" y="732"/>
                    <a:pt x="1687" y="661"/>
                    <a:pt x="1660" y="592"/>
                  </a:cubicBezTo>
                  <a:cubicBezTo>
                    <a:pt x="1543" y="291"/>
                    <a:pt x="1251" y="80"/>
                    <a:pt x="929" y="64"/>
                  </a:cubicBezTo>
                  <a:cubicBezTo>
                    <a:pt x="803" y="58"/>
                    <a:pt x="682" y="77"/>
                    <a:pt x="566" y="125"/>
                  </a:cubicBezTo>
                  <a:cubicBezTo>
                    <a:pt x="225" y="263"/>
                    <a:pt x="8" y="613"/>
                    <a:pt x="52" y="988"/>
                  </a:cubicBezTo>
                  <a:cubicBezTo>
                    <a:pt x="60" y="1061"/>
                    <a:pt x="78" y="1131"/>
                    <a:pt x="105" y="1198"/>
                  </a:cubicBezTo>
                  <a:cubicBezTo>
                    <a:pt x="241" y="1540"/>
                    <a:pt x="586" y="1752"/>
                    <a:pt x="954" y="1720"/>
                  </a:cubicBezTo>
                  <a:cubicBezTo>
                    <a:pt x="1038" y="1713"/>
                    <a:pt x="1119" y="1694"/>
                    <a:pt x="1196" y="1662"/>
                  </a:cubicBezTo>
                  <a:cubicBezTo>
                    <a:pt x="1511" y="1534"/>
                    <a:pt x="1717" y="1230"/>
                    <a:pt x="1718" y="893"/>
                  </a:cubicBez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5606110" y="1033924"/>
              <a:ext cx="980262" cy="813958"/>
              <a:chOff x="1668463" y="4525963"/>
              <a:chExt cx="1506538" cy="1250950"/>
            </a:xfrm>
            <a:solidFill>
              <a:srgbClr val="F4F1EC"/>
            </a:solidFill>
          </p:grpSpPr>
          <p:sp>
            <p:nvSpPr>
              <p:cNvPr id="62" name="Freeform 9"/>
              <p:cNvSpPr/>
              <p:nvPr/>
            </p:nvSpPr>
            <p:spPr bwMode="auto">
              <a:xfrm>
                <a:off x="1731963" y="4525963"/>
                <a:ext cx="1401763" cy="1195388"/>
              </a:xfrm>
              <a:custGeom>
                <a:avLst/>
                <a:gdLst>
                  <a:gd name="T0" fmla="*/ 977 w 1347"/>
                  <a:gd name="T1" fmla="*/ 1059 h 1149"/>
                  <a:gd name="T2" fmla="*/ 1027 w 1347"/>
                  <a:gd name="T3" fmla="*/ 1029 h 1149"/>
                  <a:gd name="T4" fmla="*/ 1069 w 1347"/>
                  <a:gd name="T5" fmla="*/ 997 h 1149"/>
                  <a:gd name="T6" fmla="*/ 1071 w 1347"/>
                  <a:gd name="T7" fmla="*/ 996 h 1149"/>
                  <a:gd name="T8" fmla="*/ 1147 w 1347"/>
                  <a:gd name="T9" fmla="*/ 923 h 1149"/>
                  <a:gd name="T10" fmla="*/ 1150 w 1347"/>
                  <a:gd name="T11" fmla="*/ 919 h 1149"/>
                  <a:gd name="T12" fmla="*/ 1151 w 1347"/>
                  <a:gd name="T13" fmla="*/ 918 h 1149"/>
                  <a:gd name="T14" fmla="*/ 1159 w 1347"/>
                  <a:gd name="T15" fmla="*/ 909 h 1149"/>
                  <a:gd name="T16" fmla="*/ 1214 w 1347"/>
                  <a:gd name="T17" fmla="*/ 834 h 1149"/>
                  <a:gd name="T18" fmla="*/ 1216 w 1347"/>
                  <a:gd name="T19" fmla="*/ 829 h 1149"/>
                  <a:gd name="T20" fmla="*/ 1216 w 1347"/>
                  <a:gd name="T21" fmla="*/ 829 h 1149"/>
                  <a:gd name="T22" fmla="*/ 1220 w 1347"/>
                  <a:gd name="T23" fmla="*/ 823 h 1149"/>
                  <a:gd name="T24" fmla="*/ 1305 w 1347"/>
                  <a:gd name="T25" fmla="*/ 570 h 1149"/>
                  <a:gd name="T26" fmla="*/ 1190 w 1347"/>
                  <a:gd name="T27" fmla="*/ 124 h 1149"/>
                  <a:gd name="T28" fmla="*/ 1178 w 1347"/>
                  <a:gd name="T29" fmla="*/ 117 h 1149"/>
                  <a:gd name="T30" fmla="*/ 1131 w 1347"/>
                  <a:gd name="T31" fmla="*/ 103 h 1149"/>
                  <a:gd name="T32" fmla="*/ 1082 w 1347"/>
                  <a:gd name="T33" fmla="*/ 31 h 1149"/>
                  <a:gd name="T34" fmla="*/ 1079 w 1347"/>
                  <a:gd name="T35" fmla="*/ 1 h 1149"/>
                  <a:gd name="T36" fmla="*/ 1132 w 1347"/>
                  <a:gd name="T37" fmla="*/ 13 h 1149"/>
                  <a:gd name="T38" fmla="*/ 1187 w 1347"/>
                  <a:gd name="T39" fmla="*/ 89 h 1149"/>
                  <a:gd name="T40" fmla="*/ 1189 w 1347"/>
                  <a:gd name="T41" fmla="*/ 97 h 1149"/>
                  <a:gd name="T42" fmla="*/ 1203 w 1347"/>
                  <a:gd name="T43" fmla="*/ 137 h 1149"/>
                  <a:gd name="T44" fmla="*/ 1309 w 1347"/>
                  <a:gd name="T45" fmla="*/ 417 h 1149"/>
                  <a:gd name="T46" fmla="*/ 863 w 1347"/>
                  <a:gd name="T47" fmla="*/ 1114 h 1149"/>
                  <a:gd name="T48" fmla="*/ 617 w 1347"/>
                  <a:gd name="T49" fmla="*/ 1144 h 1149"/>
                  <a:gd name="T50" fmla="*/ 39 w 1347"/>
                  <a:gd name="T51" fmla="*/ 688 h 1149"/>
                  <a:gd name="T52" fmla="*/ 11 w 1347"/>
                  <a:gd name="T53" fmla="*/ 459 h 1149"/>
                  <a:gd name="T54" fmla="*/ 129 w 1347"/>
                  <a:gd name="T55" fmla="*/ 124 h 1149"/>
                  <a:gd name="T56" fmla="*/ 134 w 1347"/>
                  <a:gd name="T57" fmla="*/ 108 h 1149"/>
                  <a:gd name="T58" fmla="*/ 140 w 1347"/>
                  <a:gd name="T59" fmla="*/ 74 h 1149"/>
                  <a:gd name="T60" fmla="*/ 221 w 1347"/>
                  <a:gd name="T61" fmla="*/ 4 h 1149"/>
                  <a:gd name="T62" fmla="*/ 244 w 1347"/>
                  <a:gd name="T63" fmla="*/ 0 h 1149"/>
                  <a:gd name="T64" fmla="*/ 239 w 1347"/>
                  <a:gd name="T65" fmla="*/ 42 h 1149"/>
                  <a:gd name="T66" fmla="*/ 154 w 1347"/>
                  <a:gd name="T67" fmla="*/ 116 h 1149"/>
                  <a:gd name="T68" fmla="*/ 127 w 1347"/>
                  <a:gd name="T69" fmla="*/ 134 h 1149"/>
                  <a:gd name="T70" fmla="*/ 20 w 1347"/>
                  <a:gd name="T71" fmla="*/ 409 h 1149"/>
                  <a:gd name="T72" fmla="*/ 103 w 1347"/>
                  <a:gd name="T73" fmla="*/ 823 h 1149"/>
                  <a:gd name="T74" fmla="*/ 108 w 1347"/>
                  <a:gd name="T75" fmla="*/ 829 h 1149"/>
                  <a:gd name="T76" fmla="*/ 107 w 1347"/>
                  <a:gd name="T77" fmla="*/ 829 h 1149"/>
                  <a:gd name="T78" fmla="*/ 129 w 1347"/>
                  <a:gd name="T79" fmla="*/ 863 h 1149"/>
                  <a:gd name="T80" fmla="*/ 174 w 1347"/>
                  <a:gd name="T81" fmla="*/ 921 h 1149"/>
                  <a:gd name="T82" fmla="*/ 174 w 1347"/>
                  <a:gd name="T83" fmla="*/ 920 h 1149"/>
                  <a:gd name="T84" fmla="*/ 251 w 1347"/>
                  <a:gd name="T85" fmla="*/ 995 h 1149"/>
                  <a:gd name="T86" fmla="*/ 253 w 1347"/>
                  <a:gd name="T87" fmla="*/ 997 h 1149"/>
                  <a:gd name="T88" fmla="*/ 253 w 1347"/>
                  <a:gd name="T89" fmla="*/ 997 h 1149"/>
                  <a:gd name="T90" fmla="*/ 338 w 1347"/>
                  <a:gd name="T91" fmla="*/ 1055 h 1149"/>
                  <a:gd name="T92" fmla="*/ 346 w 1347"/>
                  <a:gd name="T93" fmla="*/ 1059 h 1149"/>
                  <a:gd name="T94" fmla="*/ 346 w 1347"/>
                  <a:gd name="T95" fmla="*/ 1059 h 1149"/>
                  <a:gd name="T96" fmla="*/ 428 w 1347"/>
                  <a:gd name="T97" fmla="*/ 1098 h 1149"/>
                  <a:gd name="T98" fmla="*/ 451 w 1347"/>
                  <a:gd name="T99" fmla="*/ 1106 h 1149"/>
                  <a:gd name="T100" fmla="*/ 451 w 1347"/>
                  <a:gd name="T101" fmla="*/ 1106 h 1149"/>
                  <a:gd name="T102" fmla="*/ 523 w 1347"/>
                  <a:gd name="T103" fmla="*/ 1127 h 1149"/>
                  <a:gd name="T104" fmla="*/ 561 w 1347"/>
                  <a:gd name="T105" fmla="*/ 1133 h 1149"/>
                  <a:gd name="T106" fmla="*/ 560 w 1347"/>
                  <a:gd name="T107" fmla="*/ 1133 h 1149"/>
                  <a:gd name="T108" fmla="*/ 694 w 1347"/>
                  <a:gd name="T109" fmla="*/ 1141 h 1149"/>
                  <a:gd name="T110" fmla="*/ 864 w 1347"/>
                  <a:gd name="T111" fmla="*/ 1109 h 1149"/>
                  <a:gd name="T112" fmla="*/ 872 w 1347"/>
                  <a:gd name="T113" fmla="*/ 1106 h 1149"/>
                  <a:gd name="T114" fmla="*/ 872 w 1347"/>
                  <a:gd name="T115" fmla="*/ 1106 h 1149"/>
                  <a:gd name="T116" fmla="*/ 947 w 1347"/>
                  <a:gd name="T117" fmla="*/ 1075 h 1149"/>
                  <a:gd name="T118" fmla="*/ 977 w 1347"/>
                  <a:gd name="T119" fmla="*/ 1059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47" h="1149">
                    <a:moveTo>
                      <a:pt x="977" y="1059"/>
                    </a:moveTo>
                    <a:cubicBezTo>
                      <a:pt x="994" y="1049"/>
                      <a:pt x="1011" y="1040"/>
                      <a:pt x="1027" y="1029"/>
                    </a:cubicBezTo>
                    <a:cubicBezTo>
                      <a:pt x="1042" y="1019"/>
                      <a:pt x="1055" y="1008"/>
                      <a:pt x="1069" y="997"/>
                    </a:cubicBezTo>
                    <a:cubicBezTo>
                      <a:pt x="1070" y="997"/>
                      <a:pt x="1071" y="996"/>
                      <a:pt x="1071" y="996"/>
                    </a:cubicBezTo>
                    <a:cubicBezTo>
                      <a:pt x="1099" y="974"/>
                      <a:pt x="1124" y="950"/>
                      <a:pt x="1147" y="923"/>
                    </a:cubicBezTo>
                    <a:cubicBezTo>
                      <a:pt x="1148" y="922"/>
                      <a:pt x="1149" y="921"/>
                      <a:pt x="1150" y="919"/>
                    </a:cubicBezTo>
                    <a:cubicBezTo>
                      <a:pt x="1150" y="919"/>
                      <a:pt x="1150" y="919"/>
                      <a:pt x="1151" y="918"/>
                    </a:cubicBezTo>
                    <a:cubicBezTo>
                      <a:pt x="1154" y="915"/>
                      <a:pt x="1157" y="913"/>
                      <a:pt x="1159" y="909"/>
                    </a:cubicBezTo>
                    <a:cubicBezTo>
                      <a:pt x="1178" y="884"/>
                      <a:pt x="1196" y="859"/>
                      <a:pt x="1214" y="834"/>
                    </a:cubicBezTo>
                    <a:cubicBezTo>
                      <a:pt x="1215" y="833"/>
                      <a:pt x="1215" y="831"/>
                      <a:pt x="1216" y="829"/>
                    </a:cubicBezTo>
                    <a:cubicBezTo>
                      <a:pt x="1216" y="829"/>
                      <a:pt x="1216" y="829"/>
                      <a:pt x="1216" y="829"/>
                    </a:cubicBezTo>
                    <a:cubicBezTo>
                      <a:pt x="1217" y="827"/>
                      <a:pt x="1219" y="825"/>
                      <a:pt x="1220" y="823"/>
                    </a:cubicBezTo>
                    <a:cubicBezTo>
                      <a:pt x="1267" y="745"/>
                      <a:pt x="1296" y="660"/>
                      <a:pt x="1305" y="570"/>
                    </a:cubicBezTo>
                    <a:cubicBezTo>
                      <a:pt x="1323" y="407"/>
                      <a:pt x="1284" y="258"/>
                      <a:pt x="1190" y="124"/>
                    </a:cubicBezTo>
                    <a:cubicBezTo>
                      <a:pt x="1187" y="120"/>
                      <a:pt x="1183" y="118"/>
                      <a:pt x="1178" y="117"/>
                    </a:cubicBezTo>
                    <a:cubicBezTo>
                      <a:pt x="1161" y="116"/>
                      <a:pt x="1145" y="111"/>
                      <a:pt x="1131" y="103"/>
                    </a:cubicBezTo>
                    <a:cubicBezTo>
                      <a:pt x="1101" y="88"/>
                      <a:pt x="1087" y="62"/>
                      <a:pt x="1082" y="31"/>
                    </a:cubicBezTo>
                    <a:cubicBezTo>
                      <a:pt x="1080" y="21"/>
                      <a:pt x="1080" y="11"/>
                      <a:pt x="1079" y="1"/>
                    </a:cubicBezTo>
                    <a:cubicBezTo>
                      <a:pt x="1098" y="2"/>
                      <a:pt x="1116" y="6"/>
                      <a:pt x="1132" y="13"/>
                    </a:cubicBezTo>
                    <a:cubicBezTo>
                      <a:pt x="1165" y="27"/>
                      <a:pt x="1181" y="54"/>
                      <a:pt x="1187" y="89"/>
                    </a:cubicBezTo>
                    <a:cubicBezTo>
                      <a:pt x="1188" y="92"/>
                      <a:pt x="1189" y="94"/>
                      <a:pt x="1189" y="97"/>
                    </a:cubicBezTo>
                    <a:cubicBezTo>
                      <a:pt x="1187" y="112"/>
                      <a:pt x="1195" y="124"/>
                      <a:pt x="1203" y="137"/>
                    </a:cubicBezTo>
                    <a:cubicBezTo>
                      <a:pt x="1261" y="222"/>
                      <a:pt x="1296" y="315"/>
                      <a:pt x="1309" y="417"/>
                    </a:cubicBezTo>
                    <a:cubicBezTo>
                      <a:pt x="1347" y="726"/>
                      <a:pt x="1160" y="1019"/>
                      <a:pt x="863" y="1114"/>
                    </a:cubicBezTo>
                    <a:cubicBezTo>
                      <a:pt x="783" y="1140"/>
                      <a:pt x="701" y="1149"/>
                      <a:pt x="617" y="1144"/>
                    </a:cubicBezTo>
                    <a:cubicBezTo>
                      <a:pt x="351" y="1127"/>
                      <a:pt x="118" y="943"/>
                      <a:pt x="39" y="688"/>
                    </a:cubicBezTo>
                    <a:cubicBezTo>
                      <a:pt x="16" y="613"/>
                      <a:pt x="6" y="537"/>
                      <a:pt x="11" y="459"/>
                    </a:cubicBezTo>
                    <a:cubicBezTo>
                      <a:pt x="18" y="336"/>
                      <a:pt x="58" y="224"/>
                      <a:pt x="129" y="124"/>
                    </a:cubicBezTo>
                    <a:cubicBezTo>
                      <a:pt x="132" y="119"/>
                      <a:pt x="134" y="114"/>
                      <a:pt x="134" y="108"/>
                    </a:cubicBezTo>
                    <a:cubicBezTo>
                      <a:pt x="135" y="97"/>
                      <a:pt x="137" y="85"/>
                      <a:pt x="140" y="74"/>
                    </a:cubicBezTo>
                    <a:cubicBezTo>
                      <a:pt x="151" y="33"/>
                      <a:pt x="181" y="12"/>
                      <a:pt x="221" y="4"/>
                    </a:cubicBezTo>
                    <a:cubicBezTo>
                      <a:pt x="228" y="2"/>
                      <a:pt x="235" y="1"/>
                      <a:pt x="244" y="0"/>
                    </a:cubicBezTo>
                    <a:cubicBezTo>
                      <a:pt x="244" y="15"/>
                      <a:pt x="242" y="29"/>
                      <a:pt x="239" y="42"/>
                    </a:cubicBezTo>
                    <a:cubicBezTo>
                      <a:pt x="228" y="86"/>
                      <a:pt x="197" y="109"/>
                      <a:pt x="154" y="116"/>
                    </a:cubicBezTo>
                    <a:cubicBezTo>
                      <a:pt x="141" y="118"/>
                      <a:pt x="134" y="123"/>
                      <a:pt x="127" y="134"/>
                    </a:cubicBezTo>
                    <a:cubicBezTo>
                      <a:pt x="70" y="217"/>
                      <a:pt x="33" y="309"/>
                      <a:pt x="20" y="409"/>
                    </a:cubicBezTo>
                    <a:cubicBezTo>
                      <a:pt x="0" y="556"/>
                      <a:pt x="28" y="694"/>
                      <a:pt x="103" y="823"/>
                    </a:cubicBezTo>
                    <a:cubicBezTo>
                      <a:pt x="104" y="825"/>
                      <a:pt x="106" y="827"/>
                      <a:pt x="108" y="829"/>
                    </a:cubicBezTo>
                    <a:cubicBezTo>
                      <a:pt x="107" y="829"/>
                      <a:pt x="107" y="829"/>
                      <a:pt x="107" y="829"/>
                    </a:cubicBezTo>
                    <a:cubicBezTo>
                      <a:pt x="115" y="841"/>
                      <a:pt x="121" y="853"/>
                      <a:pt x="129" y="863"/>
                    </a:cubicBezTo>
                    <a:cubicBezTo>
                      <a:pt x="144" y="883"/>
                      <a:pt x="159" y="902"/>
                      <a:pt x="174" y="921"/>
                    </a:cubicBezTo>
                    <a:cubicBezTo>
                      <a:pt x="174" y="920"/>
                      <a:pt x="174" y="920"/>
                      <a:pt x="174" y="920"/>
                    </a:cubicBezTo>
                    <a:cubicBezTo>
                      <a:pt x="197" y="948"/>
                      <a:pt x="223" y="972"/>
                      <a:pt x="251" y="995"/>
                    </a:cubicBezTo>
                    <a:cubicBezTo>
                      <a:pt x="251" y="995"/>
                      <a:pt x="252" y="996"/>
                      <a:pt x="253" y="997"/>
                    </a:cubicBezTo>
                    <a:cubicBezTo>
                      <a:pt x="253" y="997"/>
                      <a:pt x="253" y="997"/>
                      <a:pt x="253" y="997"/>
                    </a:cubicBezTo>
                    <a:cubicBezTo>
                      <a:pt x="282" y="1016"/>
                      <a:pt x="310" y="1036"/>
                      <a:pt x="338" y="1055"/>
                    </a:cubicBezTo>
                    <a:cubicBezTo>
                      <a:pt x="341" y="1057"/>
                      <a:pt x="344" y="1058"/>
                      <a:pt x="346" y="1059"/>
                    </a:cubicBezTo>
                    <a:cubicBezTo>
                      <a:pt x="346" y="1059"/>
                      <a:pt x="346" y="1059"/>
                      <a:pt x="346" y="1059"/>
                    </a:cubicBezTo>
                    <a:cubicBezTo>
                      <a:pt x="373" y="1072"/>
                      <a:pt x="400" y="1085"/>
                      <a:pt x="428" y="1098"/>
                    </a:cubicBezTo>
                    <a:cubicBezTo>
                      <a:pt x="435" y="1101"/>
                      <a:pt x="443" y="1103"/>
                      <a:pt x="451" y="1106"/>
                    </a:cubicBezTo>
                    <a:cubicBezTo>
                      <a:pt x="451" y="1106"/>
                      <a:pt x="451" y="1106"/>
                      <a:pt x="451" y="1106"/>
                    </a:cubicBezTo>
                    <a:cubicBezTo>
                      <a:pt x="475" y="1113"/>
                      <a:pt x="499" y="1120"/>
                      <a:pt x="523" y="1127"/>
                    </a:cubicBezTo>
                    <a:cubicBezTo>
                      <a:pt x="536" y="1130"/>
                      <a:pt x="548" y="1131"/>
                      <a:pt x="561" y="1133"/>
                    </a:cubicBezTo>
                    <a:cubicBezTo>
                      <a:pt x="560" y="1133"/>
                      <a:pt x="560" y="1133"/>
                      <a:pt x="560" y="1133"/>
                    </a:cubicBezTo>
                    <a:cubicBezTo>
                      <a:pt x="605" y="1141"/>
                      <a:pt x="649" y="1143"/>
                      <a:pt x="694" y="1141"/>
                    </a:cubicBezTo>
                    <a:cubicBezTo>
                      <a:pt x="752" y="1138"/>
                      <a:pt x="808" y="1128"/>
                      <a:pt x="864" y="1109"/>
                    </a:cubicBezTo>
                    <a:cubicBezTo>
                      <a:pt x="867" y="1108"/>
                      <a:pt x="869" y="1107"/>
                      <a:pt x="872" y="1106"/>
                    </a:cubicBezTo>
                    <a:cubicBezTo>
                      <a:pt x="872" y="1106"/>
                      <a:pt x="872" y="1106"/>
                      <a:pt x="872" y="1106"/>
                    </a:cubicBezTo>
                    <a:cubicBezTo>
                      <a:pt x="897" y="1096"/>
                      <a:pt x="922" y="1086"/>
                      <a:pt x="947" y="1075"/>
                    </a:cubicBezTo>
                    <a:cubicBezTo>
                      <a:pt x="957" y="1071"/>
                      <a:pt x="967" y="1065"/>
                      <a:pt x="977" y="10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17"/>
              <p:cNvSpPr/>
              <p:nvPr/>
            </p:nvSpPr>
            <p:spPr bwMode="auto">
              <a:xfrm>
                <a:off x="3059113" y="5224463"/>
                <a:ext cx="85725" cy="73025"/>
              </a:xfrm>
              <a:custGeom>
                <a:avLst/>
                <a:gdLst>
                  <a:gd name="T0" fmla="*/ 83 w 83"/>
                  <a:gd name="T1" fmla="*/ 11 h 70"/>
                  <a:gd name="T2" fmla="*/ 0 w 83"/>
                  <a:gd name="T3" fmla="*/ 58 h 70"/>
                  <a:gd name="T4" fmla="*/ 83 w 83"/>
                  <a:gd name="T5" fmla="*/ 1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0">
                    <a:moveTo>
                      <a:pt x="83" y="11"/>
                    </a:moveTo>
                    <a:cubicBezTo>
                      <a:pt x="72" y="54"/>
                      <a:pt x="37" y="70"/>
                      <a:pt x="0" y="58"/>
                    </a:cubicBezTo>
                    <a:cubicBezTo>
                      <a:pt x="10" y="16"/>
                      <a:pt x="45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18"/>
              <p:cNvSpPr/>
              <p:nvPr/>
            </p:nvSpPr>
            <p:spPr bwMode="auto">
              <a:xfrm>
                <a:off x="2987676" y="5197475"/>
                <a:ext cx="74613" cy="85725"/>
              </a:xfrm>
              <a:custGeom>
                <a:avLst/>
                <a:gdLst>
                  <a:gd name="T0" fmla="*/ 58 w 72"/>
                  <a:gd name="T1" fmla="*/ 83 h 83"/>
                  <a:gd name="T2" fmla="*/ 10 w 72"/>
                  <a:gd name="T3" fmla="*/ 0 h 83"/>
                  <a:gd name="T4" fmla="*/ 58 w 72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3">
                    <a:moveTo>
                      <a:pt x="58" y="83"/>
                    </a:moveTo>
                    <a:cubicBezTo>
                      <a:pt x="15" y="71"/>
                      <a:pt x="0" y="38"/>
                      <a:pt x="10" y="0"/>
                    </a:cubicBezTo>
                    <a:cubicBezTo>
                      <a:pt x="48" y="5"/>
                      <a:pt x="72" y="46"/>
                      <a:pt x="58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19"/>
              <p:cNvSpPr/>
              <p:nvPr/>
            </p:nvSpPr>
            <p:spPr bwMode="auto">
              <a:xfrm>
                <a:off x="1695451" y="5224463"/>
                <a:ext cx="87313" cy="73025"/>
              </a:xfrm>
              <a:custGeom>
                <a:avLst/>
                <a:gdLst>
                  <a:gd name="T0" fmla="*/ 84 w 84"/>
                  <a:gd name="T1" fmla="*/ 59 h 71"/>
                  <a:gd name="T2" fmla="*/ 0 w 84"/>
                  <a:gd name="T3" fmla="*/ 12 h 71"/>
                  <a:gd name="T4" fmla="*/ 84 w 84"/>
                  <a:gd name="T5" fmla="*/ 5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59"/>
                    </a:moveTo>
                    <a:cubicBezTo>
                      <a:pt x="46" y="71"/>
                      <a:pt x="11" y="55"/>
                      <a:pt x="0" y="12"/>
                    </a:cubicBezTo>
                    <a:cubicBezTo>
                      <a:pt x="38" y="0"/>
                      <a:pt x="73" y="17"/>
                      <a:pt x="84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20"/>
              <p:cNvSpPr/>
              <p:nvPr/>
            </p:nvSpPr>
            <p:spPr bwMode="auto">
              <a:xfrm>
                <a:off x="1966913" y="5462588"/>
                <a:ext cx="60325" cy="100013"/>
              </a:xfrm>
              <a:custGeom>
                <a:avLst/>
                <a:gdLst>
                  <a:gd name="T0" fmla="*/ 27 w 58"/>
                  <a:gd name="T1" fmla="*/ 96 h 96"/>
                  <a:gd name="T2" fmla="*/ 27 w 58"/>
                  <a:gd name="T3" fmla="*/ 96 h 96"/>
                  <a:gd name="T4" fmla="*/ 22 w 58"/>
                  <a:gd name="T5" fmla="*/ 88 h 96"/>
                  <a:gd name="T6" fmla="*/ 29 w 58"/>
                  <a:gd name="T7" fmla="*/ 0 h 96"/>
                  <a:gd name="T8" fmla="*/ 49 w 58"/>
                  <a:gd name="T9" fmla="*/ 66 h 96"/>
                  <a:gd name="T10" fmla="*/ 33 w 58"/>
                  <a:gd name="T11" fmla="*/ 92 h 96"/>
                  <a:gd name="T12" fmla="*/ 27 w 5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6">
                    <a:moveTo>
                      <a:pt x="27" y="96"/>
                    </a:moveTo>
                    <a:cubicBezTo>
                      <a:pt x="27" y="96"/>
                      <a:pt x="27" y="96"/>
                      <a:pt x="27" y="96"/>
                    </a:cubicBezTo>
                    <a:cubicBezTo>
                      <a:pt x="26" y="93"/>
                      <a:pt x="24" y="91"/>
                      <a:pt x="22" y="88"/>
                    </a:cubicBezTo>
                    <a:cubicBezTo>
                      <a:pt x="0" y="59"/>
                      <a:pt x="2" y="25"/>
                      <a:pt x="29" y="0"/>
                    </a:cubicBezTo>
                    <a:cubicBezTo>
                      <a:pt x="47" y="13"/>
                      <a:pt x="58" y="44"/>
                      <a:pt x="49" y="66"/>
                    </a:cubicBezTo>
                    <a:cubicBezTo>
                      <a:pt x="45" y="75"/>
                      <a:pt x="39" y="84"/>
                      <a:pt x="33" y="92"/>
                    </a:cubicBezTo>
                    <a:cubicBezTo>
                      <a:pt x="32" y="94"/>
                      <a:pt x="29" y="95"/>
                      <a:pt x="2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21"/>
              <p:cNvSpPr/>
              <p:nvPr/>
            </p:nvSpPr>
            <p:spPr bwMode="auto">
              <a:xfrm>
                <a:off x="2816226" y="5462588"/>
                <a:ext cx="57150" cy="100013"/>
              </a:xfrm>
              <a:custGeom>
                <a:avLst/>
                <a:gdLst>
                  <a:gd name="T0" fmla="*/ 29 w 55"/>
                  <a:gd name="T1" fmla="*/ 95 h 96"/>
                  <a:gd name="T2" fmla="*/ 27 w 55"/>
                  <a:gd name="T3" fmla="*/ 96 h 96"/>
                  <a:gd name="T4" fmla="*/ 4 w 55"/>
                  <a:gd name="T5" fmla="*/ 57 h 96"/>
                  <a:gd name="T6" fmla="*/ 25 w 55"/>
                  <a:gd name="T7" fmla="*/ 0 h 96"/>
                  <a:gd name="T8" fmla="*/ 40 w 55"/>
                  <a:gd name="T9" fmla="*/ 79 h 96"/>
                  <a:gd name="T10" fmla="*/ 29 w 55"/>
                  <a:gd name="T11" fmla="*/ 9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" h="96">
                    <a:moveTo>
                      <a:pt x="29" y="95"/>
                    </a:moveTo>
                    <a:cubicBezTo>
                      <a:pt x="29" y="95"/>
                      <a:pt x="28" y="96"/>
                      <a:pt x="27" y="96"/>
                    </a:cubicBezTo>
                    <a:cubicBezTo>
                      <a:pt x="14" y="86"/>
                      <a:pt x="7" y="72"/>
                      <a:pt x="4" y="57"/>
                    </a:cubicBezTo>
                    <a:cubicBezTo>
                      <a:pt x="0" y="34"/>
                      <a:pt x="11" y="16"/>
                      <a:pt x="25" y="0"/>
                    </a:cubicBezTo>
                    <a:cubicBezTo>
                      <a:pt x="49" y="18"/>
                      <a:pt x="55" y="52"/>
                      <a:pt x="40" y="79"/>
                    </a:cubicBezTo>
                    <a:cubicBezTo>
                      <a:pt x="36" y="84"/>
                      <a:pt x="33" y="90"/>
                      <a:pt x="29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22"/>
              <p:cNvSpPr/>
              <p:nvPr/>
            </p:nvSpPr>
            <p:spPr bwMode="auto">
              <a:xfrm>
                <a:off x="1781176" y="5197475"/>
                <a:ext cx="73025" cy="85725"/>
              </a:xfrm>
              <a:custGeom>
                <a:avLst/>
                <a:gdLst>
                  <a:gd name="T0" fmla="*/ 60 w 71"/>
                  <a:gd name="T1" fmla="*/ 0 h 83"/>
                  <a:gd name="T2" fmla="*/ 13 w 71"/>
                  <a:gd name="T3" fmla="*/ 83 h 83"/>
                  <a:gd name="T4" fmla="*/ 60 w 71"/>
                  <a:gd name="T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60" y="0"/>
                    </a:moveTo>
                    <a:cubicBezTo>
                      <a:pt x="71" y="39"/>
                      <a:pt x="55" y="71"/>
                      <a:pt x="13" y="83"/>
                    </a:cubicBezTo>
                    <a:cubicBezTo>
                      <a:pt x="0" y="45"/>
                      <a:pt x="17" y="1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 23"/>
              <p:cNvSpPr/>
              <p:nvPr/>
            </p:nvSpPr>
            <p:spPr bwMode="auto">
              <a:xfrm>
                <a:off x="2528888" y="5700713"/>
                <a:ext cx="87313" cy="74613"/>
              </a:xfrm>
              <a:custGeom>
                <a:avLst/>
                <a:gdLst>
                  <a:gd name="T0" fmla="*/ 0 w 84"/>
                  <a:gd name="T1" fmla="*/ 12 h 71"/>
                  <a:gd name="T2" fmla="*/ 84 w 84"/>
                  <a:gd name="T3" fmla="*/ 60 h 71"/>
                  <a:gd name="T4" fmla="*/ 0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0" y="12"/>
                    </a:moveTo>
                    <a:cubicBezTo>
                      <a:pt x="39" y="0"/>
                      <a:pt x="75" y="21"/>
                      <a:pt x="84" y="60"/>
                    </a:cubicBezTo>
                    <a:cubicBezTo>
                      <a:pt x="47" y="71"/>
                      <a:pt x="11" y="55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24"/>
              <p:cNvSpPr/>
              <p:nvPr/>
            </p:nvSpPr>
            <p:spPr bwMode="auto">
              <a:xfrm>
                <a:off x="2943226" y="5294313"/>
                <a:ext cx="68263" cy="93663"/>
              </a:xfrm>
              <a:custGeom>
                <a:avLst/>
                <a:gdLst>
                  <a:gd name="T0" fmla="*/ 52 w 66"/>
                  <a:gd name="T1" fmla="*/ 90 h 90"/>
                  <a:gd name="T2" fmla="*/ 18 w 66"/>
                  <a:gd name="T3" fmla="*/ 0 h 90"/>
                  <a:gd name="T4" fmla="*/ 56 w 66"/>
                  <a:gd name="T5" fmla="*/ 78 h 90"/>
                  <a:gd name="T6" fmla="*/ 52 w 66"/>
                  <a:gd name="T7" fmla="*/ 90 h 90"/>
                  <a:gd name="T8" fmla="*/ 52 w 66"/>
                  <a:gd name="T9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90">
                    <a:moveTo>
                      <a:pt x="52" y="90"/>
                    </a:moveTo>
                    <a:cubicBezTo>
                      <a:pt x="13" y="72"/>
                      <a:pt x="0" y="38"/>
                      <a:pt x="18" y="0"/>
                    </a:cubicBezTo>
                    <a:cubicBezTo>
                      <a:pt x="50" y="10"/>
                      <a:pt x="66" y="43"/>
                      <a:pt x="56" y="78"/>
                    </a:cubicBezTo>
                    <a:cubicBezTo>
                      <a:pt x="55" y="82"/>
                      <a:pt x="53" y="86"/>
                      <a:pt x="52" y="90"/>
                    </a:cubicBezTo>
                    <a:cubicBezTo>
                      <a:pt x="52" y="90"/>
                      <a:pt x="52" y="90"/>
                      <a:pt x="52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25"/>
              <p:cNvSpPr/>
              <p:nvPr/>
            </p:nvSpPr>
            <p:spPr bwMode="auto">
              <a:xfrm>
                <a:off x="2057401" y="5529263"/>
                <a:ext cx="60325" cy="98425"/>
              </a:xfrm>
              <a:custGeom>
                <a:avLst/>
                <a:gdLst>
                  <a:gd name="T0" fmla="*/ 34 w 58"/>
                  <a:gd name="T1" fmla="*/ 94 h 94"/>
                  <a:gd name="T2" fmla="*/ 21 w 58"/>
                  <a:gd name="T3" fmla="*/ 81 h 94"/>
                  <a:gd name="T4" fmla="*/ 20 w 58"/>
                  <a:gd name="T5" fmla="*/ 0 h 94"/>
                  <a:gd name="T6" fmla="*/ 50 w 58"/>
                  <a:gd name="T7" fmla="*/ 68 h 94"/>
                  <a:gd name="T8" fmla="*/ 40 w 58"/>
                  <a:gd name="T9" fmla="*/ 90 h 94"/>
                  <a:gd name="T10" fmla="*/ 34 w 58"/>
                  <a:gd name="T11" fmla="*/ 94 h 94"/>
                  <a:gd name="T12" fmla="*/ 34 w 58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4">
                    <a:moveTo>
                      <a:pt x="34" y="94"/>
                    </a:moveTo>
                    <a:cubicBezTo>
                      <a:pt x="30" y="90"/>
                      <a:pt x="26" y="86"/>
                      <a:pt x="21" y="81"/>
                    </a:cubicBezTo>
                    <a:cubicBezTo>
                      <a:pt x="0" y="58"/>
                      <a:pt x="0" y="29"/>
                      <a:pt x="20" y="0"/>
                    </a:cubicBezTo>
                    <a:cubicBezTo>
                      <a:pt x="42" y="14"/>
                      <a:pt x="58" y="41"/>
                      <a:pt x="50" y="68"/>
                    </a:cubicBezTo>
                    <a:cubicBezTo>
                      <a:pt x="47" y="76"/>
                      <a:pt x="44" y="83"/>
                      <a:pt x="40" y="90"/>
                    </a:cubicBezTo>
                    <a:cubicBezTo>
                      <a:pt x="39" y="92"/>
                      <a:pt x="36" y="93"/>
                      <a:pt x="34" y="94"/>
                    </a:cubicBezTo>
                    <a:cubicBezTo>
                      <a:pt x="34" y="94"/>
                      <a:pt x="34" y="94"/>
                      <a:pt x="34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6"/>
              <p:cNvSpPr/>
              <p:nvPr/>
            </p:nvSpPr>
            <p:spPr bwMode="auto">
              <a:xfrm>
                <a:off x="1806576" y="5445125"/>
                <a:ext cx="98425" cy="68263"/>
              </a:xfrm>
              <a:custGeom>
                <a:avLst/>
                <a:gdLst>
                  <a:gd name="T0" fmla="*/ 0 w 95"/>
                  <a:gd name="T1" fmla="*/ 24 h 66"/>
                  <a:gd name="T2" fmla="*/ 95 w 95"/>
                  <a:gd name="T3" fmla="*/ 41 h 66"/>
                  <a:gd name="T4" fmla="*/ 0 w 95"/>
                  <a:gd name="T5" fmla="*/ 2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6">
                    <a:moveTo>
                      <a:pt x="0" y="24"/>
                    </a:moveTo>
                    <a:cubicBezTo>
                      <a:pt x="34" y="0"/>
                      <a:pt x="71" y="6"/>
                      <a:pt x="95" y="41"/>
                    </a:cubicBezTo>
                    <a:cubicBezTo>
                      <a:pt x="60" y="66"/>
                      <a:pt x="24" y="58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27"/>
              <p:cNvSpPr/>
              <p:nvPr/>
            </p:nvSpPr>
            <p:spPr bwMode="auto">
              <a:xfrm>
                <a:off x="1668463" y="4978400"/>
                <a:ext cx="74613" cy="76200"/>
              </a:xfrm>
              <a:custGeom>
                <a:avLst/>
                <a:gdLst>
                  <a:gd name="T0" fmla="*/ 5 w 71"/>
                  <a:gd name="T1" fmla="*/ 0 h 73"/>
                  <a:gd name="T2" fmla="*/ 66 w 71"/>
                  <a:gd name="T3" fmla="*/ 73 h 73"/>
                  <a:gd name="T4" fmla="*/ 5 w 71"/>
                  <a:gd name="T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73">
                    <a:moveTo>
                      <a:pt x="5" y="0"/>
                    </a:moveTo>
                    <a:cubicBezTo>
                      <a:pt x="47" y="2"/>
                      <a:pt x="71" y="32"/>
                      <a:pt x="66" y="73"/>
                    </a:cubicBezTo>
                    <a:cubicBezTo>
                      <a:pt x="23" y="71"/>
                      <a:pt x="0" y="39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28"/>
              <p:cNvSpPr/>
              <p:nvPr/>
            </p:nvSpPr>
            <p:spPr bwMode="auto">
              <a:xfrm>
                <a:off x="3092451" y="4978400"/>
                <a:ext cx="82550" cy="77788"/>
              </a:xfrm>
              <a:custGeom>
                <a:avLst/>
                <a:gdLst>
                  <a:gd name="T0" fmla="*/ 72 w 79"/>
                  <a:gd name="T1" fmla="*/ 1 h 76"/>
                  <a:gd name="T2" fmla="*/ 10 w 79"/>
                  <a:gd name="T3" fmla="*/ 74 h 76"/>
                  <a:gd name="T4" fmla="*/ 72 w 79"/>
                  <a:gd name="T5" fmla="*/ 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" h="76">
                    <a:moveTo>
                      <a:pt x="72" y="1"/>
                    </a:moveTo>
                    <a:cubicBezTo>
                      <a:pt x="79" y="38"/>
                      <a:pt x="47" y="76"/>
                      <a:pt x="10" y="74"/>
                    </a:cubicBezTo>
                    <a:cubicBezTo>
                      <a:pt x="0" y="40"/>
                      <a:pt x="34" y="0"/>
                      <a:pt x="7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29"/>
              <p:cNvSpPr/>
              <p:nvPr/>
            </p:nvSpPr>
            <p:spPr bwMode="auto">
              <a:xfrm>
                <a:off x="3009901" y="5095875"/>
                <a:ext cx="79375" cy="79375"/>
              </a:xfrm>
              <a:custGeom>
                <a:avLst/>
                <a:gdLst>
                  <a:gd name="T0" fmla="*/ 6 w 76"/>
                  <a:gd name="T1" fmla="*/ 0 h 77"/>
                  <a:gd name="T2" fmla="*/ 67 w 76"/>
                  <a:gd name="T3" fmla="*/ 73 h 77"/>
                  <a:gd name="T4" fmla="*/ 6 w 76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7">
                    <a:moveTo>
                      <a:pt x="6" y="0"/>
                    </a:moveTo>
                    <a:cubicBezTo>
                      <a:pt x="46" y="1"/>
                      <a:pt x="76" y="37"/>
                      <a:pt x="67" y="73"/>
                    </a:cubicBezTo>
                    <a:cubicBezTo>
                      <a:pt x="31" y="77"/>
                      <a:pt x="0" y="39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30"/>
              <p:cNvSpPr/>
              <p:nvPr/>
            </p:nvSpPr>
            <p:spPr bwMode="auto">
              <a:xfrm>
                <a:off x="1990726" y="5611813"/>
                <a:ext cx="98425" cy="68263"/>
              </a:xfrm>
              <a:custGeom>
                <a:avLst/>
                <a:gdLst>
                  <a:gd name="T0" fmla="*/ 95 w 95"/>
                  <a:gd name="T1" fmla="*/ 24 h 65"/>
                  <a:gd name="T2" fmla="*/ 0 w 95"/>
                  <a:gd name="T3" fmla="*/ 41 h 65"/>
                  <a:gd name="T4" fmla="*/ 95 w 95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95" y="24"/>
                    </a:moveTo>
                    <a:cubicBezTo>
                      <a:pt x="71" y="59"/>
                      <a:pt x="34" y="65"/>
                      <a:pt x="0" y="41"/>
                    </a:cubicBezTo>
                    <a:cubicBezTo>
                      <a:pt x="23" y="5"/>
                      <a:pt x="63" y="0"/>
                      <a:pt x="9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31"/>
              <p:cNvSpPr/>
              <p:nvPr/>
            </p:nvSpPr>
            <p:spPr bwMode="auto">
              <a:xfrm>
                <a:off x="2851151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6" y="0"/>
                      <a:pt x="70" y="1"/>
                      <a:pt x="96" y="30"/>
                    </a:cubicBezTo>
                    <a:cubicBezTo>
                      <a:pt x="67" y="61"/>
                      <a:pt x="28" y="60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32"/>
              <p:cNvSpPr/>
              <p:nvPr/>
            </p:nvSpPr>
            <p:spPr bwMode="auto">
              <a:xfrm>
                <a:off x="1893888" y="5384800"/>
                <a:ext cx="60325" cy="100013"/>
              </a:xfrm>
              <a:custGeom>
                <a:avLst/>
                <a:gdLst>
                  <a:gd name="T0" fmla="*/ 18 w 57"/>
                  <a:gd name="T1" fmla="*/ 96 h 96"/>
                  <a:gd name="T2" fmla="*/ 5 w 57"/>
                  <a:gd name="T3" fmla="*/ 62 h 96"/>
                  <a:gd name="T4" fmla="*/ 35 w 57"/>
                  <a:gd name="T5" fmla="*/ 0 h 96"/>
                  <a:gd name="T6" fmla="*/ 41 w 57"/>
                  <a:gd name="T7" fmla="*/ 70 h 96"/>
                  <a:gd name="T8" fmla="*/ 18 w 57"/>
                  <a:gd name="T9" fmla="*/ 95 h 96"/>
                  <a:gd name="T10" fmla="*/ 18 w 57"/>
                  <a:gd name="T11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6">
                    <a:moveTo>
                      <a:pt x="18" y="96"/>
                    </a:moveTo>
                    <a:cubicBezTo>
                      <a:pt x="14" y="84"/>
                      <a:pt x="7" y="73"/>
                      <a:pt x="5" y="62"/>
                    </a:cubicBezTo>
                    <a:cubicBezTo>
                      <a:pt x="0" y="38"/>
                      <a:pt x="13" y="14"/>
                      <a:pt x="35" y="0"/>
                    </a:cubicBezTo>
                    <a:cubicBezTo>
                      <a:pt x="51" y="19"/>
                      <a:pt x="57" y="49"/>
                      <a:pt x="41" y="70"/>
                    </a:cubicBezTo>
                    <a:cubicBezTo>
                      <a:pt x="35" y="80"/>
                      <a:pt x="26" y="87"/>
                      <a:pt x="18" y="95"/>
                    </a:cubicBezTo>
                    <a:cubicBezTo>
                      <a:pt x="18" y="95"/>
                      <a:pt x="18" y="96"/>
                      <a:pt x="1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33"/>
              <p:cNvSpPr/>
              <p:nvPr/>
            </p:nvSpPr>
            <p:spPr bwMode="auto">
              <a:xfrm>
                <a:off x="1833563" y="4676775"/>
                <a:ext cx="98425" cy="68263"/>
              </a:xfrm>
              <a:custGeom>
                <a:avLst/>
                <a:gdLst>
                  <a:gd name="T0" fmla="*/ 0 w 95"/>
                  <a:gd name="T1" fmla="*/ 41 h 65"/>
                  <a:gd name="T2" fmla="*/ 95 w 95"/>
                  <a:gd name="T3" fmla="*/ 24 h 65"/>
                  <a:gd name="T4" fmla="*/ 0 w 95"/>
                  <a:gd name="T5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0" y="41"/>
                    </a:moveTo>
                    <a:cubicBezTo>
                      <a:pt x="24" y="6"/>
                      <a:pt x="61" y="0"/>
                      <a:pt x="95" y="24"/>
                    </a:cubicBezTo>
                    <a:cubicBezTo>
                      <a:pt x="71" y="61"/>
                      <a:pt x="33" y="65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34"/>
              <p:cNvSpPr/>
              <p:nvPr/>
            </p:nvSpPr>
            <p:spPr bwMode="auto">
              <a:xfrm>
                <a:off x="3046413" y="4727575"/>
                <a:ext cx="73025" cy="93663"/>
              </a:xfrm>
              <a:custGeom>
                <a:avLst/>
                <a:gdLst>
                  <a:gd name="T0" fmla="*/ 19 w 70"/>
                  <a:gd name="T1" fmla="*/ 90 h 90"/>
                  <a:gd name="T2" fmla="*/ 51 w 70"/>
                  <a:gd name="T3" fmla="*/ 0 h 90"/>
                  <a:gd name="T4" fmla="*/ 19 w 70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" h="90">
                    <a:moveTo>
                      <a:pt x="19" y="90"/>
                    </a:moveTo>
                    <a:cubicBezTo>
                      <a:pt x="0" y="54"/>
                      <a:pt x="14" y="16"/>
                      <a:pt x="51" y="0"/>
                    </a:cubicBezTo>
                    <a:cubicBezTo>
                      <a:pt x="70" y="36"/>
                      <a:pt x="59" y="72"/>
                      <a:pt x="1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35"/>
              <p:cNvSpPr/>
              <p:nvPr/>
            </p:nvSpPr>
            <p:spPr bwMode="auto">
              <a:xfrm>
                <a:off x="1831976" y="5294313"/>
                <a:ext cx="66675" cy="93663"/>
              </a:xfrm>
              <a:custGeom>
                <a:avLst/>
                <a:gdLst>
                  <a:gd name="T0" fmla="*/ 12 w 64"/>
                  <a:gd name="T1" fmla="*/ 91 h 91"/>
                  <a:gd name="T2" fmla="*/ 5 w 64"/>
                  <a:gd name="T3" fmla="*/ 70 h 91"/>
                  <a:gd name="T4" fmla="*/ 30 w 64"/>
                  <a:gd name="T5" fmla="*/ 9 h 91"/>
                  <a:gd name="T6" fmla="*/ 45 w 64"/>
                  <a:gd name="T7" fmla="*/ 0 h 91"/>
                  <a:gd name="T8" fmla="*/ 11 w 64"/>
                  <a:gd name="T9" fmla="*/ 91 h 91"/>
                  <a:gd name="T10" fmla="*/ 12 w 64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91">
                    <a:moveTo>
                      <a:pt x="12" y="91"/>
                    </a:moveTo>
                    <a:cubicBezTo>
                      <a:pt x="10" y="84"/>
                      <a:pt x="7" y="77"/>
                      <a:pt x="5" y="70"/>
                    </a:cubicBezTo>
                    <a:cubicBezTo>
                      <a:pt x="0" y="44"/>
                      <a:pt x="9" y="24"/>
                      <a:pt x="30" y="9"/>
                    </a:cubicBezTo>
                    <a:cubicBezTo>
                      <a:pt x="35" y="6"/>
                      <a:pt x="40" y="3"/>
                      <a:pt x="45" y="0"/>
                    </a:cubicBezTo>
                    <a:cubicBezTo>
                      <a:pt x="64" y="38"/>
                      <a:pt x="51" y="73"/>
                      <a:pt x="11" y="91"/>
                    </a:cubicBezTo>
                    <a:cubicBezTo>
                      <a:pt x="11" y="91"/>
                      <a:pt x="12" y="91"/>
                      <a:pt x="12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36"/>
              <p:cNvSpPr/>
              <p:nvPr/>
            </p:nvSpPr>
            <p:spPr bwMode="auto">
              <a:xfrm>
                <a:off x="3006726" y="5340350"/>
                <a:ext cx="93663" cy="69850"/>
              </a:xfrm>
              <a:custGeom>
                <a:avLst/>
                <a:gdLst>
                  <a:gd name="T0" fmla="*/ 90 w 90"/>
                  <a:gd name="T1" fmla="*/ 17 h 67"/>
                  <a:gd name="T2" fmla="*/ 0 w 90"/>
                  <a:gd name="T3" fmla="*/ 50 h 67"/>
                  <a:gd name="T4" fmla="*/ 90 w 90"/>
                  <a:gd name="T5" fmla="*/ 1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7">
                    <a:moveTo>
                      <a:pt x="90" y="17"/>
                    </a:moveTo>
                    <a:cubicBezTo>
                      <a:pt x="73" y="57"/>
                      <a:pt x="37" y="67"/>
                      <a:pt x="0" y="50"/>
                    </a:cubicBezTo>
                    <a:cubicBezTo>
                      <a:pt x="17" y="9"/>
                      <a:pt x="55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37"/>
              <p:cNvSpPr/>
              <p:nvPr/>
            </p:nvSpPr>
            <p:spPr bwMode="auto">
              <a:xfrm>
                <a:off x="2936876" y="5445125"/>
                <a:ext cx="98425" cy="68263"/>
              </a:xfrm>
              <a:custGeom>
                <a:avLst/>
                <a:gdLst>
                  <a:gd name="T0" fmla="*/ 0 w 94"/>
                  <a:gd name="T1" fmla="*/ 42 h 66"/>
                  <a:gd name="T2" fmla="*/ 94 w 94"/>
                  <a:gd name="T3" fmla="*/ 25 h 66"/>
                  <a:gd name="T4" fmla="*/ 0 w 94"/>
                  <a:gd name="T5" fmla="*/ 4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6">
                    <a:moveTo>
                      <a:pt x="0" y="42"/>
                    </a:moveTo>
                    <a:cubicBezTo>
                      <a:pt x="23" y="9"/>
                      <a:pt x="59" y="0"/>
                      <a:pt x="94" y="25"/>
                    </a:cubicBezTo>
                    <a:cubicBezTo>
                      <a:pt x="71" y="61"/>
                      <a:pt x="32" y="66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38"/>
              <p:cNvSpPr/>
              <p:nvPr/>
            </p:nvSpPr>
            <p:spPr bwMode="auto">
              <a:xfrm>
                <a:off x="2154238" y="5581650"/>
                <a:ext cx="66675" cy="95250"/>
              </a:xfrm>
              <a:custGeom>
                <a:avLst/>
                <a:gdLst>
                  <a:gd name="T0" fmla="*/ 46 w 65"/>
                  <a:gd name="T1" fmla="*/ 91 h 91"/>
                  <a:gd name="T2" fmla="*/ 23 w 65"/>
                  <a:gd name="T3" fmla="*/ 74 h 91"/>
                  <a:gd name="T4" fmla="*/ 14 w 65"/>
                  <a:gd name="T5" fmla="*/ 0 h 91"/>
                  <a:gd name="T6" fmla="*/ 48 w 65"/>
                  <a:gd name="T7" fmla="*/ 87 h 91"/>
                  <a:gd name="T8" fmla="*/ 46 w 65"/>
                  <a:gd name="T9" fmla="*/ 91 h 91"/>
                  <a:gd name="T10" fmla="*/ 46 w 65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91">
                    <a:moveTo>
                      <a:pt x="46" y="91"/>
                    </a:moveTo>
                    <a:cubicBezTo>
                      <a:pt x="38" y="85"/>
                      <a:pt x="30" y="80"/>
                      <a:pt x="23" y="74"/>
                    </a:cubicBezTo>
                    <a:cubicBezTo>
                      <a:pt x="0" y="53"/>
                      <a:pt x="3" y="20"/>
                      <a:pt x="14" y="0"/>
                    </a:cubicBezTo>
                    <a:cubicBezTo>
                      <a:pt x="50" y="15"/>
                      <a:pt x="65" y="51"/>
                      <a:pt x="48" y="87"/>
                    </a:cubicBezTo>
                    <a:cubicBezTo>
                      <a:pt x="48" y="88"/>
                      <a:pt x="47" y="89"/>
                      <a:pt x="46" y="91"/>
                    </a:cubicBezTo>
                    <a:cubicBezTo>
                      <a:pt x="46" y="91"/>
                      <a:pt x="46" y="91"/>
                      <a:pt x="46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39"/>
              <p:cNvSpPr/>
              <p:nvPr/>
            </p:nvSpPr>
            <p:spPr bwMode="auto">
              <a:xfrm>
                <a:off x="2752726" y="5611813"/>
                <a:ext cx="98425" cy="68263"/>
              </a:xfrm>
              <a:custGeom>
                <a:avLst/>
                <a:gdLst>
                  <a:gd name="T0" fmla="*/ 0 w 94"/>
                  <a:gd name="T1" fmla="*/ 24 h 65"/>
                  <a:gd name="T2" fmla="*/ 94 w 94"/>
                  <a:gd name="T3" fmla="*/ 41 h 65"/>
                  <a:gd name="T4" fmla="*/ 0 w 94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5">
                    <a:moveTo>
                      <a:pt x="0" y="24"/>
                    </a:moveTo>
                    <a:cubicBezTo>
                      <a:pt x="34" y="0"/>
                      <a:pt x="71" y="5"/>
                      <a:pt x="94" y="41"/>
                    </a:cubicBezTo>
                    <a:cubicBezTo>
                      <a:pt x="60" y="65"/>
                      <a:pt x="24" y="59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40"/>
              <p:cNvSpPr/>
              <p:nvPr/>
            </p:nvSpPr>
            <p:spPr bwMode="auto">
              <a:xfrm>
                <a:off x="2225676" y="5702300"/>
                <a:ext cx="87313" cy="74613"/>
              </a:xfrm>
              <a:custGeom>
                <a:avLst/>
                <a:gdLst>
                  <a:gd name="T0" fmla="*/ 83 w 83"/>
                  <a:gd name="T1" fmla="*/ 11 h 71"/>
                  <a:gd name="T2" fmla="*/ 0 w 83"/>
                  <a:gd name="T3" fmla="*/ 59 h 71"/>
                  <a:gd name="T4" fmla="*/ 83 w 83"/>
                  <a:gd name="T5" fmla="*/ 1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1">
                    <a:moveTo>
                      <a:pt x="83" y="11"/>
                    </a:moveTo>
                    <a:cubicBezTo>
                      <a:pt x="72" y="54"/>
                      <a:pt x="36" y="71"/>
                      <a:pt x="0" y="59"/>
                    </a:cubicBezTo>
                    <a:cubicBezTo>
                      <a:pt x="11" y="18"/>
                      <a:pt x="42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41"/>
              <p:cNvSpPr/>
              <p:nvPr/>
            </p:nvSpPr>
            <p:spPr bwMode="auto">
              <a:xfrm>
                <a:off x="1781176" y="4616450"/>
                <a:ext cx="68263" cy="96838"/>
              </a:xfrm>
              <a:custGeom>
                <a:avLst/>
                <a:gdLst>
                  <a:gd name="T0" fmla="*/ 25 w 66"/>
                  <a:gd name="T1" fmla="*/ 0 h 94"/>
                  <a:gd name="T2" fmla="*/ 42 w 66"/>
                  <a:gd name="T3" fmla="*/ 94 h 94"/>
                  <a:gd name="T4" fmla="*/ 25 w 66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" h="94">
                    <a:moveTo>
                      <a:pt x="25" y="0"/>
                    </a:moveTo>
                    <a:cubicBezTo>
                      <a:pt x="59" y="22"/>
                      <a:pt x="66" y="63"/>
                      <a:pt x="42" y="94"/>
                    </a:cubicBezTo>
                    <a:cubicBezTo>
                      <a:pt x="9" y="79"/>
                      <a:pt x="0" y="32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42"/>
              <p:cNvSpPr/>
              <p:nvPr/>
            </p:nvSpPr>
            <p:spPr bwMode="auto">
              <a:xfrm>
                <a:off x="3081338" y="4851400"/>
                <a:ext cx="74613" cy="84138"/>
              </a:xfrm>
              <a:custGeom>
                <a:avLst/>
                <a:gdLst>
                  <a:gd name="T0" fmla="*/ 13 w 72"/>
                  <a:gd name="T1" fmla="*/ 82 h 82"/>
                  <a:gd name="T2" fmla="*/ 61 w 72"/>
                  <a:gd name="T3" fmla="*/ 0 h 82"/>
                  <a:gd name="T4" fmla="*/ 13 w 72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2">
                    <a:moveTo>
                      <a:pt x="13" y="82"/>
                    </a:moveTo>
                    <a:cubicBezTo>
                      <a:pt x="0" y="45"/>
                      <a:pt x="24" y="3"/>
                      <a:pt x="61" y="0"/>
                    </a:cubicBezTo>
                    <a:cubicBezTo>
                      <a:pt x="72" y="38"/>
                      <a:pt x="55" y="72"/>
                      <a:pt x="13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43"/>
              <p:cNvSpPr/>
              <p:nvPr/>
            </p:nvSpPr>
            <p:spPr bwMode="auto">
              <a:xfrm>
                <a:off x="1890713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7" y="0"/>
                      <a:pt x="70" y="1"/>
                      <a:pt x="96" y="30"/>
                    </a:cubicBezTo>
                    <a:cubicBezTo>
                      <a:pt x="66" y="61"/>
                      <a:pt x="29" y="5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44"/>
              <p:cNvSpPr/>
              <p:nvPr/>
            </p:nvSpPr>
            <p:spPr bwMode="auto">
              <a:xfrm>
                <a:off x="2908301" y="4676775"/>
                <a:ext cx="100013" cy="69850"/>
              </a:xfrm>
              <a:custGeom>
                <a:avLst/>
                <a:gdLst>
                  <a:gd name="T0" fmla="*/ 0 w 95"/>
                  <a:gd name="T1" fmla="*/ 25 h 67"/>
                  <a:gd name="T2" fmla="*/ 95 w 95"/>
                  <a:gd name="T3" fmla="*/ 41 h 67"/>
                  <a:gd name="T4" fmla="*/ 0 w 95"/>
                  <a:gd name="T5" fmla="*/ 2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7">
                    <a:moveTo>
                      <a:pt x="0" y="25"/>
                    </a:moveTo>
                    <a:cubicBezTo>
                      <a:pt x="35" y="0"/>
                      <a:pt x="71" y="6"/>
                      <a:pt x="95" y="41"/>
                    </a:cubicBezTo>
                    <a:cubicBezTo>
                      <a:pt x="60" y="67"/>
                      <a:pt x="24" y="58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45"/>
              <p:cNvSpPr/>
              <p:nvPr/>
            </p:nvSpPr>
            <p:spPr bwMode="auto">
              <a:xfrm>
                <a:off x="2513013" y="5616575"/>
                <a:ext cx="74613" cy="87313"/>
              </a:xfrm>
              <a:custGeom>
                <a:avLst/>
                <a:gdLst>
                  <a:gd name="T0" fmla="*/ 12 w 71"/>
                  <a:gd name="T1" fmla="*/ 83 h 83"/>
                  <a:gd name="T2" fmla="*/ 60 w 71"/>
                  <a:gd name="T3" fmla="*/ 0 h 83"/>
                  <a:gd name="T4" fmla="*/ 12 w 71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12" y="83"/>
                    </a:moveTo>
                    <a:cubicBezTo>
                      <a:pt x="0" y="45"/>
                      <a:pt x="17" y="11"/>
                      <a:pt x="60" y="0"/>
                    </a:cubicBezTo>
                    <a:cubicBezTo>
                      <a:pt x="71" y="38"/>
                      <a:pt x="54" y="72"/>
                      <a:pt x="12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46"/>
              <p:cNvSpPr/>
              <p:nvPr/>
            </p:nvSpPr>
            <p:spPr bwMode="auto">
              <a:xfrm>
                <a:off x="2643188" y="5665788"/>
                <a:ext cx="95250" cy="73025"/>
              </a:xfrm>
              <a:custGeom>
                <a:avLst/>
                <a:gdLst>
                  <a:gd name="T0" fmla="*/ 91 w 91"/>
                  <a:gd name="T1" fmla="*/ 51 h 70"/>
                  <a:gd name="T2" fmla="*/ 0 w 91"/>
                  <a:gd name="T3" fmla="*/ 19 h 70"/>
                  <a:gd name="T4" fmla="*/ 91 w 91"/>
                  <a:gd name="T5" fmla="*/ 5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70">
                    <a:moveTo>
                      <a:pt x="91" y="51"/>
                    </a:moveTo>
                    <a:cubicBezTo>
                      <a:pt x="54" y="70"/>
                      <a:pt x="17" y="56"/>
                      <a:pt x="0" y="19"/>
                    </a:cubicBezTo>
                    <a:cubicBezTo>
                      <a:pt x="35" y="0"/>
                      <a:pt x="73" y="11"/>
                      <a:pt x="9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47"/>
              <p:cNvSpPr/>
              <p:nvPr/>
            </p:nvSpPr>
            <p:spPr bwMode="auto">
              <a:xfrm>
                <a:off x="1673226" y="5103813"/>
                <a:ext cx="77788" cy="74613"/>
              </a:xfrm>
              <a:custGeom>
                <a:avLst/>
                <a:gdLst>
                  <a:gd name="T0" fmla="*/ 0 w 75"/>
                  <a:gd name="T1" fmla="*/ 5 h 72"/>
                  <a:gd name="T2" fmla="*/ 75 w 75"/>
                  <a:gd name="T3" fmla="*/ 65 h 72"/>
                  <a:gd name="T4" fmla="*/ 0 w 75"/>
                  <a:gd name="T5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72">
                    <a:moveTo>
                      <a:pt x="0" y="5"/>
                    </a:moveTo>
                    <a:cubicBezTo>
                      <a:pt x="43" y="0"/>
                      <a:pt x="70" y="24"/>
                      <a:pt x="75" y="65"/>
                    </a:cubicBezTo>
                    <a:cubicBezTo>
                      <a:pt x="33" y="72"/>
                      <a:pt x="4" y="47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48"/>
              <p:cNvSpPr/>
              <p:nvPr/>
            </p:nvSpPr>
            <p:spPr bwMode="auto">
              <a:xfrm>
                <a:off x="2889251" y="5383213"/>
                <a:ext cx="58738" cy="98425"/>
              </a:xfrm>
              <a:custGeom>
                <a:avLst/>
                <a:gdLst>
                  <a:gd name="T0" fmla="*/ 39 w 57"/>
                  <a:gd name="T1" fmla="*/ 94 h 95"/>
                  <a:gd name="T2" fmla="*/ 38 w 57"/>
                  <a:gd name="T3" fmla="*/ 95 h 95"/>
                  <a:gd name="T4" fmla="*/ 7 w 57"/>
                  <a:gd name="T5" fmla="*/ 31 h 95"/>
                  <a:gd name="T6" fmla="*/ 18 w 57"/>
                  <a:gd name="T7" fmla="*/ 0 h 95"/>
                  <a:gd name="T8" fmla="*/ 50 w 57"/>
                  <a:gd name="T9" fmla="*/ 67 h 95"/>
                  <a:gd name="T10" fmla="*/ 39 w 57"/>
                  <a:gd name="T11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5">
                    <a:moveTo>
                      <a:pt x="39" y="94"/>
                    </a:moveTo>
                    <a:cubicBezTo>
                      <a:pt x="38" y="95"/>
                      <a:pt x="38" y="95"/>
                      <a:pt x="38" y="95"/>
                    </a:cubicBezTo>
                    <a:cubicBezTo>
                      <a:pt x="17" y="83"/>
                      <a:pt x="0" y="57"/>
                      <a:pt x="7" y="31"/>
                    </a:cubicBezTo>
                    <a:cubicBezTo>
                      <a:pt x="9" y="20"/>
                      <a:pt x="14" y="10"/>
                      <a:pt x="18" y="0"/>
                    </a:cubicBezTo>
                    <a:cubicBezTo>
                      <a:pt x="42" y="11"/>
                      <a:pt x="57" y="42"/>
                      <a:pt x="50" y="67"/>
                    </a:cubicBezTo>
                    <a:cubicBezTo>
                      <a:pt x="47" y="77"/>
                      <a:pt x="42" y="85"/>
                      <a:pt x="39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49"/>
              <p:cNvSpPr/>
              <p:nvPr/>
            </p:nvSpPr>
            <p:spPr bwMode="auto">
              <a:xfrm>
                <a:off x="1722438" y="4727575"/>
                <a:ext cx="73025" cy="93663"/>
              </a:xfrm>
              <a:custGeom>
                <a:avLst/>
                <a:gdLst>
                  <a:gd name="T0" fmla="*/ 19 w 71"/>
                  <a:gd name="T1" fmla="*/ 0 h 90"/>
                  <a:gd name="T2" fmla="*/ 52 w 71"/>
                  <a:gd name="T3" fmla="*/ 90 h 90"/>
                  <a:gd name="T4" fmla="*/ 19 w 71"/>
                  <a:gd name="T5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90">
                    <a:moveTo>
                      <a:pt x="19" y="0"/>
                    </a:moveTo>
                    <a:cubicBezTo>
                      <a:pt x="56" y="15"/>
                      <a:pt x="71" y="55"/>
                      <a:pt x="52" y="90"/>
                    </a:cubicBezTo>
                    <a:cubicBezTo>
                      <a:pt x="16" y="80"/>
                      <a:pt x="0" y="37"/>
                      <a:pt x="1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0"/>
              <p:cNvSpPr/>
              <p:nvPr/>
            </p:nvSpPr>
            <p:spPr bwMode="auto">
              <a:xfrm>
                <a:off x="1749426" y="4986338"/>
                <a:ext cx="76200" cy="73025"/>
              </a:xfrm>
              <a:custGeom>
                <a:avLst/>
                <a:gdLst>
                  <a:gd name="T0" fmla="*/ 74 w 74"/>
                  <a:gd name="T1" fmla="*/ 5 h 70"/>
                  <a:gd name="T2" fmla="*/ 0 w 74"/>
                  <a:gd name="T3" fmla="*/ 66 h 70"/>
                  <a:gd name="T4" fmla="*/ 74 w 74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0">
                    <a:moveTo>
                      <a:pt x="74" y="5"/>
                    </a:moveTo>
                    <a:cubicBezTo>
                      <a:pt x="70" y="48"/>
                      <a:pt x="40" y="70"/>
                      <a:pt x="0" y="66"/>
                    </a:cubicBezTo>
                    <a:cubicBezTo>
                      <a:pt x="3" y="20"/>
                      <a:pt x="36" y="0"/>
                      <a:pt x="7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1"/>
              <p:cNvSpPr/>
              <p:nvPr/>
            </p:nvSpPr>
            <p:spPr bwMode="auto">
              <a:xfrm>
                <a:off x="1757363" y="4878388"/>
                <a:ext cx="87313" cy="73025"/>
              </a:xfrm>
              <a:custGeom>
                <a:avLst/>
                <a:gdLst>
                  <a:gd name="T0" fmla="*/ 84 w 84"/>
                  <a:gd name="T1" fmla="*/ 12 h 71"/>
                  <a:gd name="T2" fmla="*/ 0 w 84"/>
                  <a:gd name="T3" fmla="*/ 59 h 71"/>
                  <a:gd name="T4" fmla="*/ 84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12"/>
                    </a:moveTo>
                    <a:cubicBezTo>
                      <a:pt x="73" y="51"/>
                      <a:pt x="43" y="71"/>
                      <a:pt x="0" y="59"/>
                    </a:cubicBezTo>
                    <a:cubicBezTo>
                      <a:pt x="11" y="16"/>
                      <a:pt x="46" y="0"/>
                      <a:pt x="8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2"/>
              <p:cNvSpPr/>
              <p:nvPr/>
            </p:nvSpPr>
            <p:spPr bwMode="auto">
              <a:xfrm>
                <a:off x="3090863" y="5103813"/>
                <a:ext cx="79375" cy="74613"/>
              </a:xfrm>
              <a:custGeom>
                <a:avLst/>
                <a:gdLst>
                  <a:gd name="T0" fmla="*/ 0 w 76"/>
                  <a:gd name="T1" fmla="*/ 66 h 72"/>
                  <a:gd name="T2" fmla="*/ 73 w 76"/>
                  <a:gd name="T3" fmla="*/ 5 h 72"/>
                  <a:gd name="T4" fmla="*/ 0 w 76"/>
                  <a:gd name="T5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2">
                    <a:moveTo>
                      <a:pt x="0" y="66"/>
                    </a:moveTo>
                    <a:cubicBezTo>
                      <a:pt x="4" y="23"/>
                      <a:pt x="32" y="0"/>
                      <a:pt x="73" y="5"/>
                    </a:cubicBezTo>
                    <a:cubicBezTo>
                      <a:pt x="76" y="41"/>
                      <a:pt x="39" y="72"/>
                      <a:pt x="0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3"/>
              <p:cNvSpPr/>
              <p:nvPr/>
            </p:nvSpPr>
            <p:spPr bwMode="auto">
              <a:xfrm>
                <a:off x="1785938" y="4773613"/>
                <a:ext cx="93663" cy="71438"/>
              </a:xfrm>
              <a:custGeom>
                <a:avLst/>
                <a:gdLst>
                  <a:gd name="T0" fmla="*/ 91 w 91"/>
                  <a:gd name="T1" fmla="*/ 18 h 69"/>
                  <a:gd name="T2" fmla="*/ 0 w 91"/>
                  <a:gd name="T3" fmla="*/ 50 h 69"/>
                  <a:gd name="T4" fmla="*/ 91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91" y="18"/>
                    </a:moveTo>
                    <a:cubicBezTo>
                      <a:pt x="72" y="57"/>
                      <a:pt x="37" y="69"/>
                      <a:pt x="0" y="50"/>
                    </a:cubicBezTo>
                    <a:cubicBezTo>
                      <a:pt x="18" y="11"/>
                      <a:pt x="54" y="0"/>
                      <a:pt x="91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4"/>
              <p:cNvSpPr/>
              <p:nvPr/>
            </p:nvSpPr>
            <p:spPr bwMode="auto">
              <a:xfrm>
                <a:off x="2990851" y="4616449"/>
                <a:ext cx="69849" cy="96838"/>
              </a:xfrm>
              <a:custGeom>
                <a:avLst/>
                <a:gdLst>
                  <a:gd name="T0" fmla="*/ 42 w 67"/>
                  <a:gd name="T1" fmla="*/ 0 h 94"/>
                  <a:gd name="T2" fmla="*/ 25 w 67"/>
                  <a:gd name="T3" fmla="*/ 94 h 94"/>
                  <a:gd name="T4" fmla="*/ 42 w 67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94">
                    <a:moveTo>
                      <a:pt x="42" y="0"/>
                    </a:moveTo>
                    <a:cubicBezTo>
                      <a:pt x="67" y="34"/>
                      <a:pt x="60" y="70"/>
                      <a:pt x="25" y="94"/>
                    </a:cubicBezTo>
                    <a:cubicBezTo>
                      <a:pt x="0" y="61"/>
                      <a:pt x="7" y="24"/>
                      <a:pt x="4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5"/>
              <p:cNvSpPr/>
              <p:nvPr/>
            </p:nvSpPr>
            <p:spPr bwMode="auto">
              <a:xfrm>
                <a:off x="2962276" y="4773613"/>
                <a:ext cx="93663" cy="71438"/>
              </a:xfrm>
              <a:custGeom>
                <a:avLst/>
                <a:gdLst>
                  <a:gd name="T0" fmla="*/ 0 w 90"/>
                  <a:gd name="T1" fmla="*/ 18 h 69"/>
                  <a:gd name="T2" fmla="*/ 90 w 90"/>
                  <a:gd name="T3" fmla="*/ 50 h 69"/>
                  <a:gd name="T4" fmla="*/ 0 w 90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9">
                    <a:moveTo>
                      <a:pt x="0" y="18"/>
                    </a:moveTo>
                    <a:cubicBezTo>
                      <a:pt x="37" y="0"/>
                      <a:pt x="72" y="11"/>
                      <a:pt x="90" y="50"/>
                    </a:cubicBezTo>
                    <a:cubicBezTo>
                      <a:pt x="53" y="69"/>
                      <a:pt x="18" y="57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6"/>
              <p:cNvSpPr/>
              <p:nvPr/>
            </p:nvSpPr>
            <p:spPr bwMode="auto">
              <a:xfrm>
                <a:off x="2622551" y="5581650"/>
                <a:ext cx="65088" cy="95250"/>
              </a:xfrm>
              <a:custGeom>
                <a:avLst/>
                <a:gdLst>
                  <a:gd name="T0" fmla="*/ 17 w 63"/>
                  <a:gd name="T1" fmla="*/ 91 h 91"/>
                  <a:gd name="T2" fmla="*/ 49 w 63"/>
                  <a:gd name="T3" fmla="*/ 0 h 91"/>
                  <a:gd name="T4" fmla="*/ 45 w 63"/>
                  <a:gd name="T5" fmla="*/ 69 h 91"/>
                  <a:gd name="T6" fmla="*/ 17 w 63"/>
                  <a:gd name="T7" fmla="*/ 91 h 91"/>
                  <a:gd name="T8" fmla="*/ 17 w 63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91">
                    <a:moveTo>
                      <a:pt x="17" y="91"/>
                    </a:moveTo>
                    <a:cubicBezTo>
                      <a:pt x="0" y="54"/>
                      <a:pt x="8" y="20"/>
                      <a:pt x="49" y="0"/>
                    </a:cubicBezTo>
                    <a:cubicBezTo>
                      <a:pt x="63" y="18"/>
                      <a:pt x="61" y="52"/>
                      <a:pt x="45" y="69"/>
                    </a:cubicBezTo>
                    <a:cubicBezTo>
                      <a:pt x="37" y="78"/>
                      <a:pt x="26" y="84"/>
                      <a:pt x="17" y="91"/>
                    </a:cubicBezTo>
                    <a:cubicBezTo>
                      <a:pt x="17" y="91"/>
                      <a:pt x="17" y="91"/>
                      <a:pt x="17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7"/>
              <p:cNvSpPr/>
              <p:nvPr/>
            </p:nvSpPr>
            <p:spPr bwMode="auto">
              <a:xfrm>
                <a:off x="2103438" y="5667375"/>
                <a:ext cx="93663" cy="69850"/>
              </a:xfrm>
              <a:custGeom>
                <a:avLst/>
                <a:gdLst>
                  <a:gd name="T0" fmla="*/ 90 w 90"/>
                  <a:gd name="T1" fmla="*/ 17 h 68"/>
                  <a:gd name="T2" fmla="*/ 0 w 90"/>
                  <a:gd name="T3" fmla="*/ 50 h 68"/>
                  <a:gd name="T4" fmla="*/ 90 w 90"/>
                  <a:gd name="T5" fmla="*/ 1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8">
                    <a:moveTo>
                      <a:pt x="90" y="17"/>
                    </a:moveTo>
                    <a:cubicBezTo>
                      <a:pt x="72" y="57"/>
                      <a:pt x="37" y="68"/>
                      <a:pt x="0" y="50"/>
                    </a:cubicBezTo>
                    <a:cubicBezTo>
                      <a:pt x="17" y="10"/>
                      <a:pt x="54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8"/>
              <p:cNvSpPr/>
              <p:nvPr/>
            </p:nvSpPr>
            <p:spPr bwMode="auto">
              <a:xfrm>
                <a:off x="1757363" y="5095875"/>
                <a:ext cx="76200" cy="77788"/>
              </a:xfrm>
              <a:custGeom>
                <a:avLst/>
                <a:gdLst>
                  <a:gd name="T0" fmla="*/ 65 w 74"/>
                  <a:gd name="T1" fmla="*/ 0 h 76"/>
                  <a:gd name="T2" fmla="*/ 4 w 74"/>
                  <a:gd name="T3" fmla="*/ 73 h 76"/>
                  <a:gd name="T4" fmla="*/ 65 w 74"/>
                  <a:gd name="T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6">
                    <a:moveTo>
                      <a:pt x="65" y="0"/>
                    </a:moveTo>
                    <a:cubicBezTo>
                      <a:pt x="74" y="36"/>
                      <a:pt x="40" y="76"/>
                      <a:pt x="4" y="73"/>
                    </a:cubicBezTo>
                    <a:cubicBezTo>
                      <a:pt x="0" y="32"/>
                      <a:pt x="24" y="3"/>
                      <a:pt x="6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9"/>
              <p:cNvSpPr/>
              <p:nvPr/>
            </p:nvSpPr>
            <p:spPr bwMode="auto">
              <a:xfrm>
                <a:off x="2997201" y="4872038"/>
                <a:ext cx="87313" cy="79375"/>
              </a:xfrm>
              <a:custGeom>
                <a:avLst/>
                <a:gdLst>
                  <a:gd name="T0" fmla="*/ 83 w 83"/>
                  <a:gd name="T1" fmla="*/ 65 h 77"/>
                  <a:gd name="T2" fmla="*/ 0 w 83"/>
                  <a:gd name="T3" fmla="*/ 18 h 77"/>
                  <a:gd name="T4" fmla="*/ 83 w 83"/>
                  <a:gd name="T5" fmla="*/ 6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7">
                    <a:moveTo>
                      <a:pt x="83" y="65"/>
                    </a:moveTo>
                    <a:cubicBezTo>
                      <a:pt x="40" y="77"/>
                      <a:pt x="11" y="56"/>
                      <a:pt x="0" y="18"/>
                    </a:cubicBezTo>
                    <a:cubicBezTo>
                      <a:pt x="29" y="0"/>
                      <a:pt x="78" y="28"/>
                      <a:pt x="83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60"/>
              <p:cNvSpPr/>
              <p:nvPr/>
            </p:nvSpPr>
            <p:spPr bwMode="auto">
              <a:xfrm>
                <a:off x="3016251" y="4986338"/>
                <a:ext cx="76200" cy="73025"/>
              </a:xfrm>
              <a:custGeom>
                <a:avLst/>
                <a:gdLst>
                  <a:gd name="T0" fmla="*/ 0 w 73"/>
                  <a:gd name="T1" fmla="*/ 5 h 70"/>
                  <a:gd name="T2" fmla="*/ 73 w 73"/>
                  <a:gd name="T3" fmla="*/ 66 h 70"/>
                  <a:gd name="T4" fmla="*/ 0 w 73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" h="70">
                    <a:moveTo>
                      <a:pt x="0" y="5"/>
                    </a:moveTo>
                    <a:cubicBezTo>
                      <a:pt x="38" y="0"/>
                      <a:pt x="70" y="21"/>
                      <a:pt x="73" y="66"/>
                    </a:cubicBezTo>
                    <a:cubicBezTo>
                      <a:pt x="34" y="70"/>
                      <a:pt x="3" y="48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61"/>
              <p:cNvSpPr/>
              <p:nvPr/>
            </p:nvSpPr>
            <p:spPr bwMode="auto">
              <a:xfrm>
                <a:off x="1739901" y="5338763"/>
                <a:ext cx="95250" cy="73025"/>
              </a:xfrm>
              <a:custGeom>
                <a:avLst/>
                <a:gdLst>
                  <a:gd name="T0" fmla="*/ 0 w 91"/>
                  <a:gd name="T1" fmla="*/ 18 h 69"/>
                  <a:gd name="T2" fmla="*/ 91 w 91"/>
                  <a:gd name="T3" fmla="*/ 50 h 69"/>
                  <a:gd name="T4" fmla="*/ 0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0" y="18"/>
                    </a:moveTo>
                    <a:cubicBezTo>
                      <a:pt x="36" y="0"/>
                      <a:pt x="74" y="13"/>
                      <a:pt x="91" y="50"/>
                    </a:cubicBezTo>
                    <a:cubicBezTo>
                      <a:pt x="56" y="69"/>
                      <a:pt x="18" y="5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62"/>
              <p:cNvSpPr/>
              <p:nvPr/>
            </p:nvSpPr>
            <p:spPr bwMode="auto">
              <a:xfrm>
                <a:off x="2255838" y="5616575"/>
                <a:ext cx="76200" cy="87313"/>
              </a:xfrm>
              <a:custGeom>
                <a:avLst/>
                <a:gdLst>
                  <a:gd name="T0" fmla="*/ 57 w 72"/>
                  <a:gd name="T1" fmla="*/ 84 h 84"/>
                  <a:gd name="T2" fmla="*/ 33 w 72"/>
                  <a:gd name="T3" fmla="*/ 73 h 84"/>
                  <a:gd name="T4" fmla="*/ 9 w 72"/>
                  <a:gd name="T5" fmla="*/ 0 h 84"/>
                  <a:gd name="T6" fmla="*/ 56 w 72"/>
                  <a:gd name="T7" fmla="*/ 84 h 84"/>
                  <a:gd name="T8" fmla="*/ 57 w 72"/>
                  <a:gd name="T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84">
                    <a:moveTo>
                      <a:pt x="57" y="84"/>
                    </a:moveTo>
                    <a:cubicBezTo>
                      <a:pt x="49" y="81"/>
                      <a:pt x="41" y="77"/>
                      <a:pt x="33" y="73"/>
                    </a:cubicBezTo>
                    <a:cubicBezTo>
                      <a:pt x="8" y="58"/>
                      <a:pt x="0" y="30"/>
                      <a:pt x="9" y="0"/>
                    </a:cubicBezTo>
                    <a:cubicBezTo>
                      <a:pt x="46" y="5"/>
                      <a:pt x="72" y="51"/>
                      <a:pt x="56" y="84"/>
                    </a:cubicBezTo>
                    <a:cubicBezTo>
                      <a:pt x="56" y="84"/>
                      <a:pt x="57" y="84"/>
                      <a:pt x="57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63"/>
              <p:cNvSpPr/>
              <p:nvPr/>
            </p:nvSpPr>
            <p:spPr bwMode="auto">
              <a:xfrm>
                <a:off x="2720976" y="5529263"/>
                <a:ext cx="65088" cy="98425"/>
              </a:xfrm>
              <a:custGeom>
                <a:avLst/>
                <a:gdLst>
                  <a:gd name="T0" fmla="*/ 26 w 62"/>
                  <a:gd name="T1" fmla="*/ 94 h 94"/>
                  <a:gd name="T2" fmla="*/ 21 w 62"/>
                  <a:gd name="T3" fmla="*/ 91 h 94"/>
                  <a:gd name="T4" fmla="*/ 39 w 62"/>
                  <a:gd name="T5" fmla="*/ 1 h 94"/>
                  <a:gd name="T6" fmla="*/ 40 w 62"/>
                  <a:gd name="T7" fmla="*/ 0 h 94"/>
                  <a:gd name="T8" fmla="*/ 45 w 62"/>
                  <a:gd name="T9" fmla="*/ 73 h 94"/>
                  <a:gd name="T10" fmla="*/ 26 w 62"/>
                  <a:gd name="T11" fmla="*/ 94 h 94"/>
                  <a:gd name="T12" fmla="*/ 26 w 62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94">
                    <a:moveTo>
                      <a:pt x="26" y="94"/>
                    </a:moveTo>
                    <a:cubicBezTo>
                      <a:pt x="24" y="93"/>
                      <a:pt x="22" y="93"/>
                      <a:pt x="21" y="91"/>
                    </a:cubicBezTo>
                    <a:cubicBezTo>
                      <a:pt x="0" y="60"/>
                      <a:pt x="7" y="21"/>
                      <a:pt x="39" y="1"/>
                    </a:cubicBezTo>
                    <a:cubicBezTo>
                      <a:pt x="39" y="0"/>
                      <a:pt x="40" y="1"/>
                      <a:pt x="40" y="0"/>
                    </a:cubicBezTo>
                    <a:cubicBezTo>
                      <a:pt x="56" y="19"/>
                      <a:pt x="62" y="50"/>
                      <a:pt x="45" y="73"/>
                    </a:cubicBezTo>
                    <a:cubicBezTo>
                      <a:pt x="40" y="81"/>
                      <a:pt x="32" y="87"/>
                      <a:pt x="26" y="94"/>
                    </a:cubicBezTo>
                    <a:cubicBezTo>
                      <a:pt x="26" y="94"/>
                      <a:pt x="26" y="94"/>
                      <a:pt x="26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64"/>
              <p:cNvSpPr/>
              <p:nvPr/>
            </p:nvSpPr>
            <p:spPr bwMode="auto">
              <a:xfrm>
                <a:off x="1684338" y="4851400"/>
                <a:ext cx="74613" cy="84138"/>
              </a:xfrm>
              <a:custGeom>
                <a:avLst/>
                <a:gdLst>
                  <a:gd name="T0" fmla="*/ 12 w 71"/>
                  <a:gd name="T1" fmla="*/ 0 h 82"/>
                  <a:gd name="T2" fmla="*/ 60 w 71"/>
                  <a:gd name="T3" fmla="*/ 82 h 82"/>
                  <a:gd name="T4" fmla="*/ 12 w 71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2">
                    <a:moveTo>
                      <a:pt x="12" y="0"/>
                    </a:moveTo>
                    <a:cubicBezTo>
                      <a:pt x="53" y="10"/>
                      <a:pt x="71" y="43"/>
                      <a:pt x="60" y="82"/>
                    </a:cubicBezTo>
                    <a:cubicBezTo>
                      <a:pt x="24" y="79"/>
                      <a:pt x="0" y="39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6" name="Freeform 7"/>
            <p:cNvSpPr/>
            <p:nvPr/>
          </p:nvSpPr>
          <p:spPr bwMode="auto">
            <a:xfrm>
              <a:off x="5814594" y="1119214"/>
              <a:ext cx="586882" cy="322230"/>
            </a:xfrm>
            <a:custGeom>
              <a:avLst/>
              <a:gdLst>
                <a:gd name="T0" fmla="*/ 72 w 316"/>
                <a:gd name="T1" fmla="*/ 96 h 179"/>
                <a:gd name="T2" fmla="*/ 72 w 316"/>
                <a:gd name="T3" fmla="*/ 133 h 179"/>
                <a:gd name="T4" fmla="*/ 244 w 316"/>
                <a:gd name="T5" fmla="*/ 133 h 179"/>
                <a:gd name="T6" fmla="*/ 244 w 316"/>
                <a:gd name="T7" fmla="*/ 96 h 179"/>
                <a:gd name="T8" fmla="*/ 237 w 316"/>
                <a:gd name="T9" fmla="*/ 91 h 179"/>
                <a:gd name="T10" fmla="*/ 163 w 316"/>
                <a:gd name="T11" fmla="*/ 122 h 179"/>
                <a:gd name="T12" fmla="*/ 153 w 316"/>
                <a:gd name="T13" fmla="*/ 122 h 179"/>
                <a:gd name="T14" fmla="*/ 80 w 316"/>
                <a:gd name="T15" fmla="*/ 91 h 179"/>
                <a:gd name="T16" fmla="*/ 72 w 316"/>
                <a:gd name="T17" fmla="*/ 96 h 179"/>
                <a:gd name="T18" fmla="*/ 39 w 316"/>
                <a:gd name="T19" fmla="*/ 73 h 179"/>
                <a:gd name="T20" fmla="*/ 39 w 316"/>
                <a:gd name="T21" fmla="*/ 106 h 179"/>
                <a:gd name="T22" fmla="*/ 39 w 316"/>
                <a:gd name="T23" fmla="*/ 107 h 179"/>
                <a:gd name="T24" fmla="*/ 41 w 316"/>
                <a:gd name="T25" fmla="*/ 107 h 179"/>
                <a:gd name="T26" fmla="*/ 45 w 316"/>
                <a:gd name="T27" fmla="*/ 112 h 179"/>
                <a:gd name="T28" fmla="*/ 44 w 316"/>
                <a:gd name="T29" fmla="*/ 119 h 179"/>
                <a:gd name="T30" fmla="*/ 44 w 316"/>
                <a:gd name="T31" fmla="*/ 119 h 179"/>
                <a:gd name="T32" fmla="*/ 44 w 316"/>
                <a:gd name="T33" fmla="*/ 123 h 179"/>
                <a:gd name="T34" fmla="*/ 44 w 316"/>
                <a:gd name="T35" fmla="*/ 124 h 179"/>
                <a:gd name="T36" fmla="*/ 42 w 316"/>
                <a:gd name="T37" fmla="*/ 174 h 179"/>
                <a:gd name="T38" fmla="*/ 41 w 316"/>
                <a:gd name="T39" fmla="*/ 174 h 179"/>
                <a:gd name="T40" fmla="*/ 42 w 316"/>
                <a:gd name="T41" fmla="*/ 169 h 179"/>
                <a:gd name="T42" fmla="*/ 40 w 316"/>
                <a:gd name="T43" fmla="*/ 169 h 179"/>
                <a:gd name="T44" fmla="*/ 35 w 316"/>
                <a:gd name="T45" fmla="*/ 179 h 179"/>
                <a:gd name="T46" fmla="*/ 34 w 316"/>
                <a:gd name="T47" fmla="*/ 178 h 179"/>
                <a:gd name="T48" fmla="*/ 33 w 316"/>
                <a:gd name="T49" fmla="*/ 168 h 179"/>
                <a:gd name="T50" fmla="*/ 31 w 316"/>
                <a:gd name="T51" fmla="*/ 166 h 179"/>
                <a:gd name="T52" fmla="*/ 31 w 316"/>
                <a:gd name="T53" fmla="*/ 172 h 179"/>
                <a:gd name="T54" fmla="*/ 30 w 316"/>
                <a:gd name="T55" fmla="*/ 172 h 179"/>
                <a:gd name="T56" fmla="*/ 29 w 316"/>
                <a:gd name="T57" fmla="*/ 168 h 179"/>
                <a:gd name="T58" fmla="*/ 28 w 316"/>
                <a:gd name="T59" fmla="*/ 169 h 179"/>
                <a:gd name="T60" fmla="*/ 28 w 316"/>
                <a:gd name="T61" fmla="*/ 174 h 179"/>
                <a:gd name="T62" fmla="*/ 27 w 316"/>
                <a:gd name="T63" fmla="*/ 175 h 179"/>
                <a:gd name="T64" fmla="*/ 26 w 316"/>
                <a:gd name="T65" fmla="*/ 123 h 179"/>
                <a:gd name="T66" fmla="*/ 26 w 316"/>
                <a:gd name="T67" fmla="*/ 122 h 179"/>
                <a:gd name="T68" fmla="*/ 26 w 316"/>
                <a:gd name="T69" fmla="*/ 118 h 179"/>
                <a:gd name="T70" fmla="*/ 26 w 316"/>
                <a:gd name="T71" fmla="*/ 118 h 179"/>
                <a:gd name="T72" fmla="*/ 25 w 316"/>
                <a:gd name="T73" fmla="*/ 112 h 179"/>
                <a:gd name="T74" fmla="*/ 30 w 316"/>
                <a:gd name="T75" fmla="*/ 105 h 179"/>
                <a:gd name="T76" fmla="*/ 32 w 316"/>
                <a:gd name="T77" fmla="*/ 105 h 179"/>
                <a:gd name="T78" fmla="*/ 32 w 316"/>
                <a:gd name="T79" fmla="*/ 104 h 179"/>
                <a:gd name="T80" fmla="*/ 32 w 316"/>
                <a:gd name="T81" fmla="*/ 68 h 179"/>
                <a:gd name="T82" fmla="*/ 30 w 316"/>
                <a:gd name="T83" fmla="*/ 65 h 179"/>
                <a:gd name="T84" fmla="*/ 4 w 316"/>
                <a:gd name="T85" fmla="*/ 54 h 179"/>
                <a:gd name="T86" fmla="*/ 4 w 316"/>
                <a:gd name="T87" fmla="*/ 45 h 179"/>
                <a:gd name="T88" fmla="*/ 154 w 316"/>
                <a:gd name="T89" fmla="*/ 0 h 179"/>
                <a:gd name="T90" fmla="*/ 162 w 316"/>
                <a:gd name="T91" fmla="*/ 0 h 179"/>
                <a:gd name="T92" fmla="*/ 311 w 316"/>
                <a:gd name="T93" fmla="*/ 45 h 179"/>
                <a:gd name="T94" fmla="*/ 312 w 316"/>
                <a:gd name="T95" fmla="*/ 54 h 179"/>
                <a:gd name="T96" fmla="*/ 163 w 316"/>
                <a:gd name="T97" fmla="*/ 116 h 179"/>
                <a:gd name="T98" fmla="*/ 153 w 316"/>
                <a:gd name="T99" fmla="*/ 116 h 179"/>
                <a:gd name="T100" fmla="*/ 43 w 316"/>
                <a:gd name="T101" fmla="*/ 70 h 179"/>
                <a:gd name="T102" fmla="*/ 39 w 316"/>
                <a:gd name="T103" fmla="*/ 7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79">
                  <a:moveTo>
                    <a:pt x="72" y="96"/>
                  </a:moveTo>
                  <a:cubicBezTo>
                    <a:pt x="72" y="133"/>
                    <a:pt x="72" y="133"/>
                    <a:pt x="72" y="133"/>
                  </a:cubicBezTo>
                  <a:cubicBezTo>
                    <a:pt x="72" y="177"/>
                    <a:pt x="244" y="177"/>
                    <a:pt x="244" y="133"/>
                  </a:cubicBezTo>
                  <a:cubicBezTo>
                    <a:pt x="244" y="96"/>
                    <a:pt x="244" y="96"/>
                    <a:pt x="244" y="96"/>
                  </a:cubicBezTo>
                  <a:cubicBezTo>
                    <a:pt x="244" y="92"/>
                    <a:pt x="240" y="89"/>
                    <a:pt x="237" y="91"/>
                  </a:cubicBezTo>
                  <a:cubicBezTo>
                    <a:pt x="163" y="122"/>
                    <a:pt x="163" y="122"/>
                    <a:pt x="163" y="122"/>
                  </a:cubicBezTo>
                  <a:cubicBezTo>
                    <a:pt x="160" y="123"/>
                    <a:pt x="156" y="123"/>
                    <a:pt x="153" y="122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76" y="89"/>
                    <a:pt x="72" y="92"/>
                    <a:pt x="72" y="96"/>
                  </a:cubicBezTo>
                  <a:close/>
                  <a:moveTo>
                    <a:pt x="39" y="73"/>
                  </a:moveTo>
                  <a:cubicBezTo>
                    <a:pt x="39" y="106"/>
                    <a:pt x="39" y="106"/>
                    <a:pt x="39" y="106"/>
                  </a:cubicBezTo>
                  <a:cubicBezTo>
                    <a:pt x="39" y="106"/>
                    <a:pt x="39" y="106"/>
                    <a:pt x="39" y="107"/>
                  </a:cubicBezTo>
                  <a:cubicBezTo>
                    <a:pt x="40" y="107"/>
                    <a:pt x="40" y="107"/>
                    <a:pt x="41" y="107"/>
                  </a:cubicBezTo>
                  <a:cubicBezTo>
                    <a:pt x="45" y="105"/>
                    <a:pt x="45" y="109"/>
                    <a:pt x="45" y="112"/>
                  </a:cubicBezTo>
                  <a:cubicBezTo>
                    <a:pt x="45" y="114"/>
                    <a:pt x="45" y="117"/>
                    <a:pt x="44" y="119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20"/>
                    <a:pt x="46" y="123"/>
                    <a:pt x="44" y="123"/>
                  </a:cubicBezTo>
                  <a:cubicBezTo>
                    <a:pt x="44" y="123"/>
                    <a:pt x="44" y="124"/>
                    <a:pt x="44" y="124"/>
                  </a:cubicBezTo>
                  <a:cubicBezTo>
                    <a:pt x="53" y="139"/>
                    <a:pt x="57" y="161"/>
                    <a:pt x="42" y="174"/>
                  </a:cubicBezTo>
                  <a:cubicBezTo>
                    <a:pt x="41" y="175"/>
                    <a:pt x="41" y="175"/>
                    <a:pt x="41" y="174"/>
                  </a:cubicBezTo>
                  <a:cubicBezTo>
                    <a:pt x="41" y="172"/>
                    <a:pt x="42" y="171"/>
                    <a:pt x="42" y="169"/>
                  </a:cubicBezTo>
                  <a:cubicBezTo>
                    <a:pt x="43" y="163"/>
                    <a:pt x="42" y="163"/>
                    <a:pt x="40" y="169"/>
                  </a:cubicBezTo>
                  <a:cubicBezTo>
                    <a:pt x="39" y="173"/>
                    <a:pt x="37" y="176"/>
                    <a:pt x="35" y="179"/>
                  </a:cubicBezTo>
                  <a:cubicBezTo>
                    <a:pt x="35" y="179"/>
                    <a:pt x="34" y="179"/>
                    <a:pt x="34" y="178"/>
                  </a:cubicBezTo>
                  <a:cubicBezTo>
                    <a:pt x="34" y="175"/>
                    <a:pt x="34" y="172"/>
                    <a:pt x="33" y="168"/>
                  </a:cubicBezTo>
                  <a:cubicBezTo>
                    <a:pt x="33" y="161"/>
                    <a:pt x="32" y="160"/>
                    <a:pt x="31" y="166"/>
                  </a:cubicBezTo>
                  <a:cubicBezTo>
                    <a:pt x="31" y="168"/>
                    <a:pt x="31" y="170"/>
                    <a:pt x="31" y="172"/>
                  </a:cubicBezTo>
                  <a:cubicBezTo>
                    <a:pt x="31" y="173"/>
                    <a:pt x="31" y="174"/>
                    <a:pt x="30" y="172"/>
                  </a:cubicBezTo>
                  <a:cubicBezTo>
                    <a:pt x="30" y="171"/>
                    <a:pt x="30" y="170"/>
                    <a:pt x="29" y="168"/>
                  </a:cubicBezTo>
                  <a:cubicBezTo>
                    <a:pt x="28" y="165"/>
                    <a:pt x="28" y="165"/>
                    <a:pt x="28" y="169"/>
                  </a:cubicBezTo>
                  <a:cubicBezTo>
                    <a:pt x="28" y="171"/>
                    <a:pt x="28" y="172"/>
                    <a:pt x="28" y="174"/>
                  </a:cubicBezTo>
                  <a:cubicBezTo>
                    <a:pt x="28" y="175"/>
                    <a:pt x="28" y="175"/>
                    <a:pt x="27" y="175"/>
                  </a:cubicBezTo>
                  <a:cubicBezTo>
                    <a:pt x="13" y="162"/>
                    <a:pt x="13" y="142"/>
                    <a:pt x="26" y="123"/>
                  </a:cubicBezTo>
                  <a:cubicBezTo>
                    <a:pt x="26" y="123"/>
                    <a:pt x="26" y="123"/>
                    <a:pt x="26" y="122"/>
                  </a:cubicBezTo>
                  <a:cubicBezTo>
                    <a:pt x="23" y="122"/>
                    <a:pt x="23" y="119"/>
                    <a:pt x="26" y="118"/>
                  </a:cubicBezTo>
                  <a:cubicBezTo>
                    <a:pt x="26" y="118"/>
                    <a:pt x="26" y="118"/>
                    <a:pt x="26" y="118"/>
                  </a:cubicBezTo>
                  <a:cubicBezTo>
                    <a:pt x="26" y="116"/>
                    <a:pt x="25" y="114"/>
                    <a:pt x="25" y="112"/>
                  </a:cubicBezTo>
                  <a:cubicBezTo>
                    <a:pt x="25" y="110"/>
                    <a:pt x="27" y="104"/>
                    <a:pt x="30" y="105"/>
                  </a:cubicBezTo>
                  <a:cubicBezTo>
                    <a:pt x="31" y="106"/>
                    <a:pt x="31" y="106"/>
                    <a:pt x="32" y="105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67"/>
                    <a:pt x="32" y="65"/>
                    <a:pt x="30" y="65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52"/>
                    <a:pt x="0" y="46"/>
                    <a:pt x="4" y="45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7" y="0"/>
                    <a:pt x="159" y="0"/>
                    <a:pt x="162" y="0"/>
                  </a:cubicBezTo>
                  <a:cubicBezTo>
                    <a:pt x="311" y="45"/>
                    <a:pt x="311" y="45"/>
                    <a:pt x="311" y="45"/>
                  </a:cubicBezTo>
                  <a:cubicBezTo>
                    <a:pt x="316" y="46"/>
                    <a:pt x="316" y="52"/>
                    <a:pt x="312" y="54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0" y="118"/>
                    <a:pt x="156" y="118"/>
                    <a:pt x="153" y="116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1" y="69"/>
                    <a:pt x="39" y="71"/>
                    <a:pt x="39" y="73"/>
                  </a:cubicBezTo>
                  <a:close/>
                </a:path>
              </a:pathLst>
            </a:custGeom>
            <a:solidFill>
              <a:srgbClr val="F4F1EC"/>
            </a:solidFill>
            <a:ln w="9525">
              <a:noFill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128580" tIns="64290" rIns="128580" bIns="6429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5889952" y="1512180"/>
              <a:ext cx="412304" cy="101123"/>
              <a:chOff x="2668588" y="4440238"/>
              <a:chExt cx="1423987" cy="349250"/>
            </a:xfrm>
            <a:solidFill>
              <a:srgbClr val="FFFFFF"/>
            </a:solidFill>
          </p:grpSpPr>
          <p:sp>
            <p:nvSpPr>
              <p:cNvPr id="58" name="Freeform 72"/>
              <p:cNvSpPr/>
              <p:nvPr/>
            </p:nvSpPr>
            <p:spPr bwMode="auto">
              <a:xfrm>
                <a:off x="2668588" y="4440238"/>
                <a:ext cx="320675" cy="349250"/>
              </a:xfrm>
              <a:custGeom>
                <a:avLst/>
                <a:gdLst>
                  <a:gd name="T0" fmla="*/ 85 w 85"/>
                  <a:gd name="T1" fmla="*/ 64 h 90"/>
                  <a:gd name="T2" fmla="*/ 47 w 85"/>
                  <a:gd name="T3" fmla="*/ 64 h 90"/>
                  <a:gd name="T4" fmla="*/ 47 w 85"/>
                  <a:gd name="T5" fmla="*/ 80 h 90"/>
                  <a:gd name="T6" fmla="*/ 42 w 85"/>
                  <a:gd name="T7" fmla="*/ 89 h 90"/>
                  <a:gd name="T8" fmla="*/ 23 w 85"/>
                  <a:gd name="T9" fmla="*/ 90 h 90"/>
                  <a:gd name="T10" fmla="*/ 20 w 85"/>
                  <a:gd name="T11" fmla="*/ 81 h 90"/>
                  <a:gd name="T12" fmla="*/ 35 w 85"/>
                  <a:gd name="T13" fmla="*/ 82 h 90"/>
                  <a:gd name="T14" fmla="*/ 38 w 85"/>
                  <a:gd name="T15" fmla="*/ 80 h 90"/>
                  <a:gd name="T16" fmla="*/ 38 w 85"/>
                  <a:gd name="T17" fmla="*/ 64 h 90"/>
                  <a:gd name="T18" fmla="*/ 0 w 85"/>
                  <a:gd name="T19" fmla="*/ 64 h 90"/>
                  <a:gd name="T20" fmla="*/ 0 w 85"/>
                  <a:gd name="T21" fmla="*/ 56 h 90"/>
                  <a:gd name="T22" fmla="*/ 38 w 85"/>
                  <a:gd name="T23" fmla="*/ 56 h 90"/>
                  <a:gd name="T24" fmla="*/ 38 w 85"/>
                  <a:gd name="T25" fmla="*/ 49 h 90"/>
                  <a:gd name="T26" fmla="*/ 52 w 85"/>
                  <a:gd name="T27" fmla="*/ 42 h 90"/>
                  <a:gd name="T28" fmla="*/ 17 w 85"/>
                  <a:gd name="T29" fmla="*/ 42 h 90"/>
                  <a:gd name="T30" fmla="*/ 17 w 85"/>
                  <a:gd name="T31" fmla="*/ 34 h 90"/>
                  <a:gd name="T32" fmla="*/ 62 w 85"/>
                  <a:gd name="T33" fmla="*/ 34 h 90"/>
                  <a:gd name="T34" fmla="*/ 64 w 85"/>
                  <a:gd name="T35" fmla="*/ 33 h 90"/>
                  <a:gd name="T36" fmla="*/ 70 w 85"/>
                  <a:gd name="T37" fmla="*/ 38 h 90"/>
                  <a:gd name="T38" fmla="*/ 47 w 85"/>
                  <a:gd name="T39" fmla="*/ 53 h 90"/>
                  <a:gd name="T40" fmla="*/ 47 w 85"/>
                  <a:gd name="T41" fmla="*/ 56 h 90"/>
                  <a:gd name="T42" fmla="*/ 85 w 85"/>
                  <a:gd name="T43" fmla="*/ 56 h 90"/>
                  <a:gd name="T44" fmla="*/ 85 w 85"/>
                  <a:gd name="T45" fmla="*/ 64 h 90"/>
                  <a:gd name="T46" fmla="*/ 10 w 85"/>
                  <a:gd name="T47" fmla="*/ 37 h 90"/>
                  <a:gd name="T48" fmla="*/ 2 w 85"/>
                  <a:gd name="T49" fmla="*/ 37 h 90"/>
                  <a:gd name="T50" fmla="*/ 2 w 85"/>
                  <a:gd name="T51" fmla="*/ 17 h 90"/>
                  <a:gd name="T52" fmla="*/ 17 w 85"/>
                  <a:gd name="T53" fmla="*/ 17 h 90"/>
                  <a:gd name="T54" fmla="*/ 9 w 85"/>
                  <a:gd name="T55" fmla="*/ 6 h 90"/>
                  <a:gd name="T56" fmla="*/ 17 w 85"/>
                  <a:gd name="T57" fmla="*/ 2 h 90"/>
                  <a:gd name="T58" fmla="*/ 26 w 85"/>
                  <a:gd name="T59" fmla="*/ 15 h 90"/>
                  <a:gd name="T60" fmla="*/ 22 w 85"/>
                  <a:gd name="T61" fmla="*/ 17 h 90"/>
                  <a:gd name="T62" fmla="*/ 41 w 85"/>
                  <a:gd name="T63" fmla="*/ 17 h 90"/>
                  <a:gd name="T64" fmla="*/ 35 w 85"/>
                  <a:gd name="T65" fmla="*/ 3 h 90"/>
                  <a:gd name="T66" fmla="*/ 43 w 85"/>
                  <a:gd name="T67" fmla="*/ 0 h 90"/>
                  <a:gd name="T68" fmla="*/ 50 w 85"/>
                  <a:gd name="T69" fmla="*/ 15 h 90"/>
                  <a:gd name="T70" fmla="*/ 45 w 85"/>
                  <a:gd name="T71" fmla="*/ 17 h 90"/>
                  <a:gd name="T72" fmla="*/ 59 w 85"/>
                  <a:gd name="T73" fmla="*/ 17 h 90"/>
                  <a:gd name="T74" fmla="*/ 68 w 85"/>
                  <a:gd name="T75" fmla="*/ 2 h 90"/>
                  <a:gd name="T76" fmla="*/ 78 w 85"/>
                  <a:gd name="T77" fmla="*/ 5 h 90"/>
                  <a:gd name="T78" fmla="*/ 69 w 85"/>
                  <a:gd name="T79" fmla="*/ 17 h 90"/>
                  <a:gd name="T80" fmla="*/ 84 w 85"/>
                  <a:gd name="T81" fmla="*/ 17 h 90"/>
                  <a:gd name="T82" fmla="*/ 84 w 85"/>
                  <a:gd name="T83" fmla="*/ 37 h 90"/>
                  <a:gd name="T84" fmla="*/ 75 w 85"/>
                  <a:gd name="T85" fmla="*/ 37 h 90"/>
                  <a:gd name="T86" fmla="*/ 75 w 85"/>
                  <a:gd name="T87" fmla="*/ 25 h 90"/>
                  <a:gd name="T88" fmla="*/ 10 w 85"/>
                  <a:gd name="T89" fmla="*/ 25 h 90"/>
                  <a:gd name="T90" fmla="*/ 10 w 85"/>
                  <a:gd name="T91" fmla="*/ 3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5" h="90">
                    <a:moveTo>
                      <a:pt x="85" y="64"/>
                    </a:moveTo>
                    <a:cubicBezTo>
                      <a:pt x="47" y="64"/>
                      <a:pt x="47" y="64"/>
                      <a:pt x="47" y="64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5"/>
                      <a:pt x="46" y="87"/>
                      <a:pt x="42" y="89"/>
                    </a:cubicBezTo>
                    <a:cubicBezTo>
                      <a:pt x="38" y="90"/>
                      <a:pt x="32" y="90"/>
                      <a:pt x="23" y="90"/>
                    </a:cubicBezTo>
                    <a:cubicBezTo>
                      <a:pt x="23" y="88"/>
                      <a:pt x="21" y="84"/>
                      <a:pt x="20" y="81"/>
                    </a:cubicBezTo>
                    <a:cubicBezTo>
                      <a:pt x="26" y="82"/>
                      <a:pt x="33" y="82"/>
                      <a:pt x="35" y="82"/>
                    </a:cubicBezTo>
                    <a:cubicBezTo>
                      <a:pt x="37" y="81"/>
                      <a:pt x="38" y="81"/>
                      <a:pt x="38" y="80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38" y="56"/>
                      <a:pt x="38" y="56"/>
                      <a:pt x="38" y="56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42" y="47"/>
                      <a:pt x="48" y="44"/>
                      <a:pt x="52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4" y="33"/>
                      <a:pt x="64" y="33"/>
                      <a:pt x="64" y="33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64" y="43"/>
                      <a:pt x="55" y="49"/>
                      <a:pt x="47" y="53"/>
                    </a:cubicBezTo>
                    <a:cubicBezTo>
                      <a:pt x="47" y="56"/>
                      <a:pt x="47" y="56"/>
                      <a:pt x="47" y="56"/>
                    </a:cubicBezTo>
                    <a:cubicBezTo>
                      <a:pt x="85" y="56"/>
                      <a:pt x="85" y="56"/>
                      <a:pt x="85" y="56"/>
                    </a:cubicBezTo>
                    <a:lnTo>
                      <a:pt x="85" y="64"/>
                    </a:lnTo>
                    <a:close/>
                    <a:moveTo>
                      <a:pt x="10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5" y="14"/>
                      <a:pt x="12" y="9"/>
                      <a:pt x="9" y="6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1" y="6"/>
                      <a:pt x="24" y="11"/>
                      <a:pt x="26" y="15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41" y="17"/>
                      <a:pt x="41" y="17"/>
                      <a:pt x="41" y="17"/>
                    </a:cubicBezTo>
                    <a:cubicBezTo>
                      <a:pt x="40" y="13"/>
                      <a:pt x="37" y="8"/>
                      <a:pt x="35" y="3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6" y="5"/>
                      <a:pt x="49" y="11"/>
                      <a:pt x="50" y="15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59" y="17"/>
                      <a:pt x="59" y="17"/>
                      <a:pt x="59" y="17"/>
                    </a:cubicBezTo>
                    <a:cubicBezTo>
                      <a:pt x="63" y="13"/>
                      <a:pt x="66" y="6"/>
                      <a:pt x="68" y="2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5" y="9"/>
                      <a:pt x="72" y="13"/>
                      <a:pt x="69" y="17"/>
                    </a:cubicBezTo>
                    <a:cubicBezTo>
                      <a:pt x="84" y="17"/>
                      <a:pt x="84" y="17"/>
                      <a:pt x="84" y="17"/>
                    </a:cubicBezTo>
                    <a:cubicBezTo>
                      <a:pt x="84" y="37"/>
                      <a:pt x="84" y="37"/>
                      <a:pt x="84" y="37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10" y="25"/>
                      <a:pt x="10" y="25"/>
                      <a:pt x="10" y="25"/>
                    </a:cubicBezTo>
                    <a:lnTo>
                      <a:pt x="10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73"/>
              <p:cNvSpPr/>
              <p:nvPr/>
            </p:nvSpPr>
            <p:spPr bwMode="auto">
              <a:xfrm>
                <a:off x="3022600" y="4443413"/>
                <a:ext cx="344487" cy="346075"/>
              </a:xfrm>
              <a:custGeom>
                <a:avLst/>
                <a:gdLst>
                  <a:gd name="T0" fmla="*/ 30 w 91"/>
                  <a:gd name="T1" fmla="*/ 58 h 89"/>
                  <a:gd name="T2" fmla="*/ 23 w 91"/>
                  <a:gd name="T3" fmla="*/ 44 h 89"/>
                  <a:gd name="T4" fmla="*/ 23 w 91"/>
                  <a:gd name="T5" fmla="*/ 89 h 89"/>
                  <a:gd name="T6" fmla="*/ 15 w 91"/>
                  <a:gd name="T7" fmla="*/ 89 h 89"/>
                  <a:gd name="T8" fmla="*/ 15 w 91"/>
                  <a:gd name="T9" fmla="*/ 46 h 89"/>
                  <a:gd name="T10" fmla="*/ 4 w 91"/>
                  <a:gd name="T11" fmla="*/ 72 h 89"/>
                  <a:gd name="T12" fmla="*/ 0 w 91"/>
                  <a:gd name="T13" fmla="*/ 63 h 89"/>
                  <a:gd name="T14" fmla="*/ 14 w 91"/>
                  <a:gd name="T15" fmla="*/ 28 h 89"/>
                  <a:gd name="T16" fmla="*/ 3 w 91"/>
                  <a:gd name="T17" fmla="*/ 28 h 89"/>
                  <a:gd name="T18" fmla="*/ 3 w 91"/>
                  <a:gd name="T19" fmla="*/ 20 h 89"/>
                  <a:gd name="T20" fmla="*/ 15 w 91"/>
                  <a:gd name="T21" fmla="*/ 20 h 89"/>
                  <a:gd name="T22" fmla="*/ 15 w 91"/>
                  <a:gd name="T23" fmla="*/ 0 h 89"/>
                  <a:gd name="T24" fmla="*/ 23 w 91"/>
                  <a:gd name="T25" fmla="*/ 0 h 89"/>
                  <a:gd name="T26" fmla="*/ 23 w 91"/>
                  <a:gd name="T27" fmla="*/ 20 h 89"/>
                  <a:gd name="T28" fmla="*/ 34 w 91"/>
                  <a:gd name="T29" fmla="*/ 20 h 89"/>
                  <a:gd name="T30" fmla="*/ 34 w 91"/>
                  <a:gd name="T31" fmla="*/ 28 h 89"/>
                  <a:gd name="T32" fmla="*/ 23 w 91"/>
                  <a:gd name="T33" fmla="*/ 28 h 89"/>
                  <a:gd name="T34" fmla="*/ 23 w 91"/>
                  <a:gd name="T35" fmla="*/ 32 h 89"/>
                  <a:gd name="T36" fmla="*/ 35 w 91"/>
                  <a:gd name="T37" fmla="*/ 51 h 89"/>
                  <a:gd name="T38" fmla="*/ 30 w 91"/>
                  <a:gd name="T39" fmla="*/ 58 h 89"/>
                  <a:gd name="T40" fmla="*/ 78 w 91"/>
                  <a:gd name="T41" fmla="*/ 43 h 89"/>
                  <a:gd name="T42" fmla="*/ 67 w 91"/>
                  <a:gd name="T43" fmla="*/ 67 h 89"/>
                  <a:gd name="T44" fmla="*/ 91 w 91"/>
                  <a:gd name="T45" fmla="*/ 81 h 89"/>
                  <a:gd name="T46" fmla="*/ 85 w 91"/>
                  <a:gd name="T47" fmla="*/ 89 h 89"/>
                  <a:gd name="T48" fmla="*/ 61 w 91"/>
                  <a:gd name="T49" fmla="*/ 74 h 89"/>
                  <a:gd name="T50" fmla="*/ 37 w 91"/>
                  <a:gd name="T51" fmla="*/ 89 h 89"/>
                  <a:gd name="T52" fmla="*/ 32 w 91"/>
                  <a:gd name="T53" fmla="*/ 82 h 89"/>
                  <a:gd name="T54" fmla="*/ 55 w 91"/>
                  <a:gd name="T55" fmla="*/ 67 h 89"/>
                  <a:gd name="T56" fmla="*/ 43 w 91"/>
                  <a:gd name="T57" fmla="*/ 44 h 89"/>
                  <a:gd name="T58" fmla="*/ 39 w 91"/>
                  <a:gd name="T59" fmla="*/ 49 h 89"/>
                  <a:gd name="T60" fmla="*/ 32 w 91"/>
                  <a:gd name="T61" fmla="*/ 43 h 89"/>
                  <a:gd name="T62" fmla="*/ 48 w 91"/>
                  <a:gd name="T63" fmla="*/ 24 h 89"/>
                  <a:gd name="T64" fmla="*/ 56 w 91"/>
                  <a:gd name="T65" fmla="*/ 28 h 89"/>
                  <a:gd name="T66" fmla="*/ 45 w 91"/>
                  <a:gd name="T67" fmla="*/ 43 h 89"/>
                  <a:gd name="T68" fmla="*/ 51 w 91"/>
                  <a:gd name="T69" fmla="*/ 41 h 89"/>
                  <a:gd name="T70" fmla="*/ 61 w 91"/>
                  <a:gd name="T71" fmla="*/ 60 h 89"/>
                  <a:gd name="T72" fmla="*/ 70 w 91"/>
                  <a:gd name="T73" fmla="*/ 41 h 89"/>
                  <a:gd name="T74" fmla="*/ 78 w 91"/>
                  <a:gd name="T75" fmla="*/ 43 h 89"/>
                  <a:gd name="T76" fmla="*/ 89 w 91"/>
                  <a:gd name="T77" fmla="*/ 23 h 89"/>
                  <a:gd name="T78" fmla="*/ 36 w 91"/>
                  <a:gd name="T79" fmla="*/ 23 h 89"/>
                  <a:gd name="T80" fmla="*/ 36 w 91"/>
                  <a:gd name="T81" fmla="*/ 14 h 89"/>
                  <a:gd name="T82" fmla="*/ 59 w 91"/>
                  <a:gd name="T83" fmla="*/ 14 h 89"/>
                  <a:gd name="T84" fmla="*/ 52 w 91"/>
                  <a:gd name="T85" fmla="*/ 3 h 89"/>
                  <a:gd name="T86" fmla="*/ 60 w 91"/>
                  <a:gd name="T87" fmla="*/ 0 h 89"/>
                  <a:gd name="T88" fmla="*/ 68 w 91"/>
                  <a:gd name="T89" fmla="*/ 11 h 89"/>
                  <a:gd name="T90" fmla="*/ 62 w 91"/>
                  <a:gd name="T91" fmla="*/ 14 h 89"/>
                  <a:gd name="T92" fmla="*/ 89 w 91"/>
                  <a:gd name="T93" fmla="*/ 14 h 89"/>
                  <a:gd name="T94" fmla="*/ 89 w 91"/>
                  <a:gd name="T95" fmla="*/ 23 h 89"/>
                  <a:gd name="T96" fmla="*/ 72 w 91"/>
                  <a:gd name="T97" fmla="*/ 23 h 89"/>
                  <a:gd name="T98" fmla="*/ 89 w 91"/>
                  <a:gd name="T99" fmla="*/ 43 h 89"/>
                  <a:gd name="T100" fmla="*/ 83 w 91"/>
                  <a:gd name="T101" fmla="*/ 48 h 89"/>
                  <a:gd name="T102" fmla="*/ 66 w 91"/>
                  <a:gd name="T103" fmla="*/ 28 h 89"/>
                  <a:gd name="T104" fmla="*/ 72 w 91"/>
                  <a:gd name="T105" fmla="*/ 23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1" h="89">
                    <a:moveTo>
                      <a:pt x="30" y="58"/>
                    </a:moveTo>
                    <a:cubicBezTo>
                      <a:pt x="29" y="54"/>
                      <a:pt x="26" y="49"/>
                      <a:pt x="23" y="44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15" y="89"/>
                      <a:pt x="15" y="89"/>
                      <a:pt x="15" y="89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2" y="56"/>
                      <a:pt x="8" y="66"/>
                      <a:pt x="4" y="72"/>
                    </a:cubicBezTo>
                    <a:cubicBezTo>
                      <a:pt x="3" y="70"/>
                      <a:pt x="2" y="66"/>
                      <a:pt x="0" y="63"/>
                    </a:cubicBezTo>
                    <a:cubicBezTo>
                      <a:pt x="6" y="56"/>
                      <a:pt x="11" y="41"/>
                      <a:pt x="14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6" y="35"/>
                      <a:pt x="33" y="48"/>
                      <a:pt x="35" y="51"/>
                    </a:cubicBezTo>
                    <a:lnTo>
                      <a:pt x="30" y="58"/>
                    </a:lnTo>
                    <a:close/>
                    <a:moveTo>
                      <a:pt x="78" y="43"/>
                    </a:moveTo>
                    <a:cubicBezTo>
                      <a:pt x="76" y="52"/>
                      <a:pt x="72" y="60"/>
                      <a:pt x="67" y="67"/>
                    </a:cubicBezTo>
                    <a:cubicBezTo>
                      <a:pt x="73" y="73"/>
                      <a:pt x="81" y="78"/>
                      <a:pt x="91" y="81"/>
                    </a:cubicBezTo>
                    <a:cubicBezTo>
                      <a:pt x="89" y="82"/>
                      <a:pt x="86" y="86"/>
                      <a:pt x="85" y="89"/>
                    </a:cubicBezTo>
                    <a:cubicBezTo>
                      <a:pt x="75" y="85"/>
                      <a:pt x="68" y="80"/>
                      <a:pt x="61" y="74"/>
                    </a:cubicBezTo>
                    <a:cubicBezTo>
                      <a:pt x="55" y="80"/>
                      <a:pt x="47" y="85"/>
                      <a:pt x="37" y="89"/>
                    </a:cubicBezTo>
                    <a:cubicBezTo>
                      <a:pt x="36" y="87"/>
                      <a:pt x="34" y="84"/>
                      <a:pt x="32" y="82"/>
                    </a:cubicBezTo>
                    <a:cubicBezTo>
                      <a:pt x="41" y="78"/>
                      <a:pt x="49" y="73"/>
                      <a:pt x="55" y="67"/>
                    </a:cubicBezTo>
                    <a:cubicBezTo>
                      <a:pt x="50" y="60"/>
                      <a:pt x="46" y="53"/>
                      <a:pt x="43" y="44"/>
                    </a:cubicBezTo>
                    <a:cubicBezTo>
                      <a:pt x="42" y="46"/>
                      <a:pt x="40" y="48"/>
                      <a:pt x="39" y="49"/>
                    </a:cubicBezTo>
                    <a:cubicBezTo>
                      <a:pt x="37" y="47"/>
                      <a:pt x="34" y="45"/>
                      <a:pt x="32" y="43"/>
                    </a:cubicBezTo>
                    <a:cubicBezTo>
                      <a:pt x="39" y="39"/>
                      <a:pt x="45" y="31"/>
                      <a:pt x="48" y="24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3"/>
                      <a:pt x="49" y="38"/>
                      <a:pt x="45" y="4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3" y="48"/>
                      <a:pt x="57" y="55"/>
                      <a:pt x="61" y="60"/>
                    </a:cubicBezTo>
                    <a:cubicBezTo>
                      <a:pt x="65" y="54"/>
                      <a:pt x="68" y="48"/>
                      <a:pt x="70" y="41"/>
                    </a:cubicBezTo>
                    <a:lnTo>
                      <a:pt x="78" y="43"/>
                    </a:lnTo>
                    <a:close/>
                    <a:moveTo>
                      <a:pt x="89" y="23"/>
                    </a:moveTo>
                    <a:cubicBezTo>
                      <a:pt x="36" y="23"/>
                      <a:pt x="36" y="23"/>
                      <a:pt x="36" y="23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59" y="14"/>
                      <a:pt x="59" y="14"/>
                      <a:pt x="59" y="14"/>
                    </a:cubicBezTo>
                    <a:cubicBezTo>
                      <a:pt x="58" y="11"/>
                      <a:pt x="55" y="6"/>
                      <a:pt x="52" y="3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3" y="3"/>
                      <a:pt x="66" y="8"/>
                      <a:pt x="68" y="11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89" y="14"/>
                      <a:pt x="89" y="14"/>
                      <a:pt x="89" y="14"/>
                    </a:cubicBezTo>
                    <a:lnTo>
                      <a:pt x="89" y="23"/>
                    </a:lnTo>
                    <a:close/>
                    <a:moveTo>
                      <a:pt x="72" y="23"/>
                    </a:moveTo>
                    <a:cubicBezTo>
                      <a:pt x="79" y="29"/>
                      <a:pt x="86" y="37"/>
                      <a:pt x="89" y="43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0" y="43"/>
                      <a:pt x="72" y="34"/>
                      <a:pt x="66" y="28"/>
                    </a:cubicBezTo>
                    <a:lnTo>
                      <a:pt x="72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74"/>
              <p:cNvSpPr/>
              <p:nvPr/>
            </p:nvSpPr>
            <p:spPr bwMode="auto">
              <a:xfrm>
                <a:off x="3389313" y="4443413"/>
                <a:ext cx="341312" cy="346075"/>
              </a:xfrm>
              <a:custGeom>
                <a:avLst/>
                <a:gdLst>
                  <a:gd name="T0" fmla="*/ 32 w 90"/>
                  <a:gd name="T1" fmla="*/ 54 h 89"/>
                  <a:gd name="T2" fmla="*/ 25 w 90"/>
                  <a:gd name="T3" fmla="*/ 41 h 89"/>
                  <a:gd name="T4" fmla="*/ 25 w 90"/>
                  <a:gd name="T5" fmla="*/ 89 h 89"/>
                  <a:gd name="T6" fmla="*/ 16 w 90"/>
                  <a:gd name="T7" fmla="*/ 89 h 89"/>
                  <a:gd name="T8" fmla="*/ 16 w 90"/>
                  <a:gd name="T9" fmla="*/ 45 h 89"/>
                  <a:gd name="T10" fmla="*/ 4 w 90"/>
                  <a:gd name="T11" fmla="*/ 69 h 89"/>
                  <a:gd name="T12" fmla="*/ 0 w 90"/>
                  <a:gd name="T13" fmla="*/ 60 h 89"/>
                  <a:gd name="T14" fmla="*/ 14 w 90"/>
                  <a:gd name="T15" fmla="*/ 28 h 89"/>
                  <a:gd name="T16" fmla="*/ 2 w 90"/>
                  <a:gd name="T17" fmla="*/ 28 h 89"/>
                  <a:gd name="T18" fmla="*/ 2 w 90"/>
                  <a:gd name="T19" fmla="*/ 20 h 89"/>
                  <a:gd name="T20" fmla="*/ 16 w 90"/>
                  <a:gd name="T21" fmla="*/ 20 h 89"/>
                  <a:gd name="T22" fmla="*/ 16 w 90"/>
                  <a:gd name="T23" fmla="*/ 0 h 89"/>
                  <a:gd name="T24" fmla="*/ 25 w 90"/>
                  <a:gd name="T25" fmla="*/ 0 h 89"/>
                  <a:gd name="T26" fmla="*/ 25 w 90"/>
                  <a:gd name="T27" fmla="*/ 20 h 89"/>
                  <a:gd name="T28" fmla="*/ 37 w 90"/>
                  <a:gd name="T29" fmla="*/ 20 h 89"/>
                  <a:gd name="T30" fmla="*/ 37 w 90"/>
                  <a:gd name="T31" fmla="*/ 28 h 89"/>
                  <a:gd name="T32" fmla="*/ 25 w 90"/>
                  <a:gd name="T33" fmla="*/ 28 h 89"/>
                  <a:gd name="T34" fmla="*/ 25 w 90"/>
                  <a:gd name="T35" fmla="*/ 31 h 89"/>
                  <a:gd name="T36" fmla="*/ 37 w 90"/>
                  <a:gd name="T37" fmla="*/ 47 h 89"/>
                  <a:gd name="T38" fmla="*/ 32 w 90"/>
                  <a:gd name="T39" fmla="*/ 54 h 89"/>
                  <a:gd name="T40" fmla="*/ 52 w 90"/>
                  <a:gd name="T41" fmla="*/ 50 h 89"/>
                  <a:gd name="T42" fmla="*/ 39 w 90"/>
                  <a:gd name="T43" fmla="*/ 80 h 89"/>
                  <a:gd name="T44" fmla="*/ 32 w 90"/>
                  <a:gd name="T45" fmla="*/ 76 h 89"/>
                  <a:gd name="T46" fmla="*/ 44 w 90"/>
                  <a:gd name="T47" fmla="*/ 48 h 89"/>
                  <a:gd name="T48" fmla="*/ 52 w 90"/>
                  <a:gd name="T49" fmla="*/ 50 h 89"/>
                  <a:gd name="T50" fmla="*/ 67 w 90"/>
                  <a:gd name="T51" fmla="*/ 38 h 89"/>
                  <a:gd name="T52" fmla="*/ 67 w 90"/>
                  <a:gd name="T53" fmla="*/ 78 h 89"/>
                  <a:gd name="T54" fmla="*/ 63 w 90"/>
                  <a:gd name="T55" fmla="*/ 87 h 89"/>
                  <a:gd name="T56" fmla="*/ 49 w 90"/>
                  <a:gd name="T57" fmla="*/ 89 h 89"/>
                  <a:gd name="T58" fmla="*/ 46 w 90"/>
                  <a:gd name="T59" fmla="*/ 80 h 89"/>
                  <a:gd name="T60" fmla="*/ 56 w 90"/>
                  <a:gd name="T61" fmla="*/ 80 h 89"/>
                  <a:gd name="T62" fmla="*/ 58 w 90"/>
                  <a:gd name="T63" fmla="*/ 78 h 89"/>
                  <a:gd name="T64" fmla="*/ 58 w 90"/>
                  <a:gd name="T65" fmla="*/ 38 h 89"/>
                  <a:gd name="T66" fmla="*/ 38 w 90"/>
                  <a:gd name="T67" fmla="*/ 38 h 89"/>
                  <a:gd name="T68" fmla="*/ 38 w 90"/>
                  <a:gd name="T69" fmla="*/ 30 h 89"/>
                  <a:gd name="T70" fmla="*/ 89 w 90"/>
                  <a:gd name="T71" fmla="*/ 30 h 89"/>
                  <a:gd name="T72" fmla="*/ 89 w 90"/>
                  <a:gd name="T73" fmla="*/ 38 h 89"/>
                  <a:gd name="T74" fmla="*/ 67 w 90"/>
                  <a:gd name="T75" fmla="*/ 38 h 89"/>
                  <a:gd name="T76" fmla="*/ 84 w 90"/>
                  <a:gd name="T77" fmla="*/ 16 h 89"/>
                  <a:gd name="T78" fmla="*/ 42 w 90"/>
                  <a:gd name="T79" fmla="*/ 16 h 89"/>
                  <a:gd name="T80" fmla="*/ 42 w 90"/>
                  <a:gd name="T81" fmla="*/ 7 h 89"/>
                  <a:gd name="T82" fmla="*/ 84 w 90"/>
                  <a:gd name="T83" fmla="*/ 7 h 89"/>
                  <a:gd name="T84" fmla="*/ 84 w 90"/>
                  <a:gd name="T85" fmla="*/ 16 h 89"/>
                  <a:gd name="T86" fmla="*/ 80 w 90"/>
                  <a:gd name="T87" fmla="*/ 48 h 89"/>
                  <a:gd name="T88" fmla="*/ 90 w 90"/>
                  <a:gd name="T89" fmla="*/ 77 h 89"/>
                  <a:gd name="T90" fmla="*/ 82 w 90"/>
                  <a:gd name="T91" fmla="*/ 81 h 89"/>
                  <a:gd name="T92" fmla="*/ 72 w 90"/>
                  <a:gd name="T93" fmla="*/ 51 h 89"/>
                  <a:gd name="T94" fmla="*/ 80 w 90"/>
                  <a:gd name="T95" fmla="*/ 48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0" h="89">
                    <a:moveTo>
                      <a:pt x="32" y="54"/>
                    </a:moveTo>
                    <a:cubicBezTo>
                      <a:pt x="31" y="51"/>
                      <a:pt x="28" y="45"/>
                      <a:pt x="25" y="41"/>
                    </a:cubicBezTo>
                    <a:cubicBezTo>
                      <a:pt x="25" y="89"/>
                      <a:pt x="25" y="89"/>
                      <a:pt x="25" y="89"/>
                    </a:cubicBezTo>
                    <a:cubicBezTo>
                      <a:pt x="16" y="89"/>
                      <a:pt x="16" y="89"/>
                      <a:pt x="16" y="89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3" y="54"/>
                      <a:pt x="9" y="63"/>
                      <a:pt x="4" y="69"/>
                    </a:cubicBezTo>
                    <a:cubicBezTo>
                      <a:pt x="3" y="66"/>
                      <a:pt x="1" y="62"/>
                      <a:pt x="0" y="60"/>
                    </a:cubicBezTo>
                    <a:cubicBezTo>
                      <a:pt x="5" y="53"/>
                      <a:pt x="11" y="40"/>
                      <a:pt x="14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8" y="34"/>
                      <a:pt x="36" y="44"/>
                      <a:pt x="37" y="47"/>
                    </a:cubicBezTo>
                    <a:lnTo>
                      <a:pt x="32" y="54"/>
                    </a:lnTo>
                    <a:close/>
                    <a:moveTo>
                      <a:pt x="52" y="50"/>
                    </a:moveTo>
                    <a:cubicBezTo>
                      <a:pt x="49" y="61"/>
                      <a:pt x="44" y="73"/>
                      <a:pt x="39" y="80"/>
                    </a:cubicBezTo>
                    <a:cubicBezTo>
                      <a:pt x="37" y="79"/>
                      <a:pt x="34" y="77"/>
                      <a:pt x="32" y="76"/>
                    </a:cubicBezTo>
                    <a:cubicBezTo>
                      <a:pt x="37" y="69"/>
                      <a:pt x="41" y="58"/>
                      <a:pt x="44" y="48"/>
                    </a:cubicBezTo>
                    <a:lnTo>
                      <a:pt x="52" y="50"/>
                    </a:lnTo>
                    <a:close/>
                    <a:moveTo>
                      <a:pt x="67" y="38"/>
                    </a:move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83"/>
                      <a:pt x="66" y="86"/>
                      <a:pt x="63" y="87"/>
                    </a:cubicBezTo>
                    <a:cubicBezTo>
                      <a:pt x="60" y="89"/>
                      <a:pt x="55" y="89"/>
                      <a:pt x="49" y="89"/>
                    </a:cubicBezTo>
                    <a:cubicBezTo>
                      <a:pt x="48" y="86"/>
                      <a:pt x="47" y="82"/>
                      <a:pt x="46" y="80"/>
                    </a:cubicBezTo>
                    <a:cubicBezTo>
                      <a:pt x="50" y="80"/>
                      <a:pt x="55" y="80"/>
                      <a:pt x="56" y="80"/>
                    </a:cubicBezTo>
                    <a:cubicBezTo>
                      <a:pt x="57" y="80"/>
                      <a:pt x="58" y="79"/>
                      <a:pt x="58" y="7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8"/>
                      <a:pt x="89" y="38"/>
                      <a:pt x="89" y="38"/>
                    </a:cubicBezTo>
                    <a:lnTo>
                      <a:pt x="67" y="38"/>
                    </a:lnTo>
                    <a:close/>
                    <a:moveTo>
                      <a:pt x="84" y="16"/>
                    </a:move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84" y="7"/>
                      <a:pt x="84" y="7"/>
                      <a:pt x="84" y="7"/>
                    </a:cubicBezTo>
                    <a:lnTo>
                      <a:pt x="84" y="16"/>
                    </a:lnTo>
                    <a:close/>
                    <a:moveTo>
                      <a:pt x="80" y="48"/>
                    </a:moveTo>
                    <a:cubicBezTo>
                      <a:pt x="84" y="58"/>
                      <a:pt x="88" y="70"/>
                      <a:pt x="90" y="77"/>
                    </a:cubicBezTo>
                    <a:cubicBezTo>
                      <a:pt x="82" y="81"/>
                      <a:pt x="82" y="81"/>
                      <a:pt x="82" y="81"/>
                    </a:cubicBezTo>
                    <a:cubicBezTo>
                      <a:pt x="81" y="73"/>
                      <a:pt x="76" y="60"/>
                      <a:pt x="72" y="51"/>
                    </a:cubicBezTo>
                    <a:lnTo>
                      <a:pt x="80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75"/>
              <p:cNvSpPr/>
              <p:nvPr/>
            </p:nvSpPr>
            <p:spPr bwMode="auto">
              <a:xfrm>
                <a:off x="3763963" y="4443413"/>
                <a:ext cx="328612" cy="341313"/>
              </a:xfrm>
              <a:custGeom>
                <a:avLst/>
                <a:gdLst>
                  <a:gd name="T0" fmla="*/ 0 w 87"/>
                  <a:gd name="T1" fmla="*/ 80 h 88"/>
                  <a:gd name="T2" fmla="*/ 9 w 87"/>
                  <a:gd name="T3" fmla="*/ 57 h 88"/>
                  <a:gd name="T4" fmla="*/ 17 w 87"/>
                  <a:gd name="T5" fmla="*/ 60 h 88"/>
                  <a:gd name="T6" fmla="*/ 8 w 87"/>
                  <a:gd name="T7" fmla="*/ 84 h 88"/>
                  <a:gd name="T8" fmla="*/ 0 w 87"/>
                  <a:gd name="T9" fmla="*/ 80 h 88"/>
                  <a:gd name="T10" fmla="*/ 39 w 87"/>
                  <a:gd name="T11" fmla="*/ 22 h 88"/>
                  <a:gd name="T12" fmla="*/ 1 w 87"/>
                  <a:gd name="T13" fmla="*/ 22 h 88"/>
                  <a:gd name="T14" fmla="*/ 1 w 87"/>
                  <a:gd name="T15" fmla="*/ 13 h 88"/>
                  <a:gd name="T16" fmla="*/ 39 w 87"/>
                  <a:gd name="T17" fmla="*/ 13 h 88"/>
                  <a:gd name="T18" fmla="*/ 39 w 87"/>
                  <a:gd name="T19" fmla="*/ 0 h 88"/>
                  <a:gd name="T20" fmla="*/ 48 w 87"/>
                  <a:gd name="T21" fmla="*/ 0 h 88"/>
                  <a:gd name="T22" fmla="*/ 48 w 87"/>
                  <a:gd name="T23" fmla="*/ 13 h 88"/>
                  <a:gd name="T24" fmla="*/ 86 w 87"/>
                  <a:gd name="T25" fmla="*/ 13 h 88"/>
                  <a:gd name="T26" fmla="*/ 86 w 87"/>
                  <a:gd name="T27" fmla="*/ 22 h 88"/>
                  <a:gd name="T28" fmla="*/ 48 w 87"/>
                  <a:gd name="T29" fmla="*/ 22 h 88"/>
                  <a:gd name="T30" fmla="*/ 48 w 87"/>
                  <a:gd name="T31" fmla="*/ 36 h 88"/>
                  <a:gd name="T32" fmla="*/ 81 w 87"/>
                  <a:gd name="T33" fmla="*/ 36 h 88"/>
                  <a:gd name="T34" fmla="*/ 81 w 87"/>
                  <a:gd name="T35" fmla="*/ 45 h 88"/>
                  <a:gd name="T36" fmla="*/ 7 w 87"/>
                  <a:gd name="T37" fmla="*/ 45 h 88"/>
                  <a:gd name="T38" fmla="*/ 7 w 87"/>
                  <a:gd name="T39" fmla="*/ 36 h 88"/>
                  <a:gd name="T40" fmla="*/ 39 w 87"/>
                  <a:gd name="T41" fmla="*/ 36 h 88"/>
                  <a:gd name="T42" fmla="*/ 39 w 87"/>
                  <a:gd name="T43" fmla="*/ 22 h 88"/>
                  <a:gd name="T44" fmla="*/ 56 w 87"/>
                  <a:gd name="T45" fmla="*/ 80 h 88"/>
                  <a:gd name="T46" fmla="*/ 62 w 87"/>
                  <a:gd name="T47" fmla="*/ 69 h 88"/>
                  <a:gd name="T48" fmla="*/ 70 w 87"/>
                  <a:gd name="T49" fmla="*/ 72 h 88"/>
                  <a:gd name="T50" fmla="*/ 56 w 87"/>
                  <a:gd name="T51" fmla="*/ 88 h 88"/>
                  <a:gd name="T52" fmla="*/ 36 w 87"/>
                  <a:gd name="T53" fmla="*/ 88 h 88"/>
                  <a:gd name="T54" fmla="*/ 21 w 87"/>
                  <a:gd name="T55" fmla="*/ 77 h 88"/>
                  <a:gd name="T56" fmla="*/ 21 w 87"/>
                  <a:gd name="T57" fmla="*/ 56 h 88"/>
                  <a:gd name="T58" fmla="*/ 30 w 87"/>
                  <a:gd name="T59" fmla="*/ 56 h 88"/>
                  <a:gd name="T60" fmla="*/ 30 w 87"/>
                  <a:gd name="T61" fmla="*/ 76 h 88"/>
                  <a:gd name="T62" fmla="*/ 37 w 87"/>
                  <a:gd name="T63" fmla="*/ 80 h 88"/>
                  <a:gd name="T64" fmla="*/ 56 w 87"/>
                  <a:gd name="T65" fmla="*/ 80 h 88"/>
                  <a:gd name="T66" fmla="*/ 38 w 87"/>
                  <a:gd name="T67" fmla="*/ 46 h 88"/>
                  <a:gd name="T68" fmla="*/ 59 w 87"/>
                  <a:gd name="T69" fmla="*/ 62 h 88"/>
                  <a:gd name="T70" fmla="*/ 53 w 87"/>
                  <a:gd name="T71" fmla="*/ 68 h 88"/>
                  <a:gd name="T72" fmla="*/ 32 w 87"/>
                  <a:gd name="T73" fmla="*/ 51 h 88"/>
                  <a:gd name="T74" fmla="*/ 38 w 87"/>
                  <a:gd name="T75" fmla="*/ 46 h 88"/>
                  <a:gd name="T76" fmla="*/ 74 w 87"/>
                  <a:gd name="T77" fmla="*/ 56 h 88"/>
                  <a:gd name="T78" fmla="*/ 87 w 87"/>
                  <a:gd name="T79" fmla="*/ 81 h 88"/>
                  <a:gd name="T80" fmla="*/ 78 w 87"/>
                  <a:gd name="T81" fmla="*/ 85 h 88"/>
                  <a:gd name="T82" fmla="*/ 66 w 87"/>
                  <a:gd name="T83" fmla="*/ 59 h 88"/>
                  <a:gd name="T84" fmla="*/ 74 w 87"/>
                  <a:gd name="T85" fmla="*/ 5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7" h="88">
                    <a:moveTo>
                      <a:pt x="0" y="80"/>
                    </a:moveTo>
                    <a:cubicBezTo>
                      <a:pt x="4" y="74"/>
                      <a:pt x="7" y="65"/>
                      <a:pt x="9" y="57"/>
                    </a:cubicBezTo>
                    <a:cubicBezTo>
                      <a:pt x="17" y="60"/>
                      <a:pt x="17" y="60"/>
                      <a:pt x="17" y="60"/>
                    </a:cubicBezTo>
                    <a:cubicBezTo>
                      <a:pt x="15" y="68"/>
                      <a:pt x="12" y="78"/>
                      <a:pt x="8" y="84"/>
                    </a:cubicBezTo>
                    <a:lnTo>
                      <a:pt x="0" y="80"/>
                    </a:lnTo>
                    <a:close/>
                    <a:moveTo>
                      <a:pt x="39" y="22"/>
                    </a:moveTo>
                    <a:cubicBezTo>
                      <a:pt x="1" y="22"/>
                      <a:pt x="1" y="22"/>
                      <a:pt x="1" y="2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39" y="36"/>
                      <a:pt x="39" y="36"/>
                      <a:pt x="39" y="36"/>
                    </a:cubicBezTo>
                    <a:lnTo>
                      <a:pt x="39" y="22"/>
                    </a:lnTo>
                    <a:close/>
                    <a:moveTo>
                      <a:pt x="56" y="80"/>
                    </a:moveTo>
                    <a:cubicBezTo>
                      <a:pt x="61" y="80"/>
                      <a:pt x="62" y="78"/>
                      <a:pt x="62" y="69"/>
                    </a:cubicBezTo>
                    <a:cubicBezTo>
                      <a:pt x="64" y="70"/>
                      <a:pt x="68" y="71"/>
                      <a:pt x="70" y="72"/>
                    </a:cubicBezTo>
                    <a:cubicBezTo>
                      <a:pt x="69" y="85"/>
                      <a:pt x="66" y="88"/>
                      <a:pt x="56" y="88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24" y="88"/>
                      <a:pt x="21" y="85"/>
                      <a:pt x="21" y="7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30" y="56"/>
                      <a:pt x="30" y="56"/>
                      <a:pt x="30" y="56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9"/>
                      <a:pt x="31" y="80"/>
                      <a:pt x="37" y="80"/>
                    </a:cubicBezTo>
                    <a:lnTo>
                      <a:pt x="56" y="80"/>
                    </a:lnTo>
                    <a:close/>
                    <a:moveTo>
                      <a:pt x="38" y="46"/>
                    </a:moveTo>
                    <a:cubicBezTo>
                      <a:pt x="45" y="50"/>
                      <a:pt x="55" y="57"/>
                      <a:pt x="59" y="62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48" y="63"/>
                      <a:pt x="39" y="56"/>
                      <a:pt x="32" y="51"/>
                    </a:cubicBezTo>
                    <a:lnTo>
                      <a:pt x="38" y="46"/>
                    </a:lnTo>
                    <a:close/>
                    <a:moveTo>
                      <a:pt x="74" y="56"/>
                    </a:moveTo>
                    <a:cubicBezTo>
                      <a:pt x="79" y="64"/>
                      <a:pt x="84" y="75"/>
                      <a:pt x="87" y="81"/>
                    </a:cubicBezTo>
                    <a:cubicBezTo>
                      <a:pt x="78" y="85"/>
                      <a:pt x="78" y="85"/>
                      <a:pt x="78" y="85"/>
                    </a:cubicBezTo>
                    <a:cubicBezTo>
                      <a:pt x="76" y="78"/>
                      <a:pt x="71" y="67"/>
                      <a:pt x="66" y="59"/>
                    </a:cubicBezTo>
                    <a:lnTo>
                      <a:pt x="74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平行四边形 124"/>
          <p:cNvSpPr/>
          <p:nvPr/>
        </p:nvSpPr>
        <p:spPr>
          <a:xfrm rot="10800000" flipV="1">
            <a:off x="4871862" y="2781306"/>
            <a:ext cx="2448271" cy="247733"/>
          </a:xfrm>
          <a:prstGeom prst="parallelogram">
            <a:avLst>
              <a:gd name="adj" fmla="val 37097"/>
            </a:avLst>
          </a:prstGeom>
          <a:solidFill>
            <a:srgbClr val="E6D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B767D"/>
              </a:solidFill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4909492" y="2578675"/>
            <a:ext cx="2373021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44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en-US" altLang="zh-CN" sz="2400" spc="400" dirty="0">
                <a:solidFill>
                  <a:schemeClr val="tx2"/>
                </a:solidFill>
                <a:effectLst/>
                <a:latin typeface="+mj-lt"/>
              </a:rPr>
              <a:t>THANK YOU</a:t>
            </a:r>
            <a:endParaRPr lang="zh-CN" altLang="en-US" sz="2400" spc="400" dirty="0">
              <a:solidFill>
                <a:schemeClr val="tx2"/>
              </a:solidFill>
              <a:effectLst/>
              <a:latin typeface="+mj-lt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4_Office 主题">
  <a:themeElements>
    <a:clrScheme name="自定义 1593">
      <a:dk1>
        <a:sysClr val="windowText" lastClr="000000"/>
      </a:dk1>
      <a:lt1>
        <a:sysClr val="window" lastClr="FFFFFF"/>
      </a:lt1>
      <a:dk2>
        <a:srgbClr val="586B76"/>
      </a:dk2>
      <a:lt2>
        <a:srgbClr val="E7E6E6"/>
      </a:lt2>
      <a:accent1>
        <a:srgbClr val="8A979F"/>
      </a:accent1>
      <a:accent2>
        <a:srgbClr val="C8B7AF"/>
      </a:accent2>
      <a:accent3>
        <a:srgbClr val="B79093"/>
      </a:accent3>
      <a:accent4>
        <a:srgbClr val="88C1D4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0">
      <a:majorFont>
        <a:latin typeface="Open Sans"/>
        <a:ea typeface="思源宋体 CN"/>
        <a:cs typeface=""/>
      </a:majorFont>
      <a:minorFont>
        <a:latin typeface="Open Sans Light"/>
        <a:ea typeface="思源黑体 CN Normal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1509</Words>
  <Application>Microsoft Office PowerPoint</Application>
  <PresentationFormat>宽屏</PresentationFormat>
  <Paragraphs>162</Paragraphs>
  <Slides>23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DIN-BlackItalic</vt:lpstr>
      <vt:lpstr>Gill Sans</vt:lpstr>
      <vt:lpstr>ui-sans-serif</vt:lpstr>
      <vt:lpstr>苹方 常规</vt:lpstr>
      <vt:lpstr>思源宋体 CN</vt:lpstr>
      <vt:lpstr>Arial</vt:lpstr>
      <vt:lpstr>Calibri</vt:lpstr>
      <vt:lpstr>Open Sans</vt:lpstr>
      <vt:lpstr>Open Sans Light</vt:lpstr>
      <vt:lpstr>14_Office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十二月运营月报</dc:title>
  <dc:creator>醉生梦死_</dc:creator>
  <cp:lastModifiedBy>jiahan yang</cp:lastModifiedBy>
  <cp:revision>1892</cp:revision>
  <dcterms:created xsi:type="dcterms:W3CDTF">1900-01-01T00:00:00Z</dcterms:created>
  <dcterms:modified xsi:type="dcterms:W3CDTF">2026-06-03T13:30:48Z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2052-12.37.0</vt:lpwstr>
  </property>
  <property fmtid="{D5CDD505-2E9C-101B-9397-08002B2CF9AE}" pid="3" name="ICV">
    <vt:lpwstr>4440CCE0CAD09D40003439691920E7C9_31</vt:lpwstr>
  </property>
  <property fmtid="{D5CDD505-2E9C-101B-9397-08002B2CF9AE}" pid="4" name="KSOTemplateUUID">
    <vt:lpwstr>v1.0_mb_fF0beSAkRE0LBDKc8GDxag==</vt:lpwstr>
  </property>
</Properties>
</file>